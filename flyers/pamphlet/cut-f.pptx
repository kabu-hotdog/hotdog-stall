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486400" cy="5486400"/>
  <p:notesSz cx="54864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yers/pamphlet/_assets/hosei-pattern-ch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34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4" name="Text 1"/>
          <p:cNvSpPr/>
          <p:nvPr/>
        </p:nvSpPr>
        <p:spPr>
          <a:xfrm>
            <a:off x="56692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3550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6" name="Text 3"/>
          <p:cNvSpPr/>
          <p:nvPr/>
        </p:nvSpPr>
        <p:spPr>
          <a:xfrm>
            <a:off x="49834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7" name="Text 4"/>
          <p:cNvSpPr/>
          <p:nvPr/>
        </p:nvSpPr>
        <p:spPr>
          <a:xfrm>
            <a:off x="63550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8" name="Text 5"/>
          <p:cNvSpPr/>
          <p:nvPr/>
        </p:nvSpPr>
        <p:spPr>
          <a:xfrm>
            <a:off x="49834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9" name="Text 6"/>
          <p:cNvSpPr/>
          <p:nvPr/>
        </p:nvSpPr>
        <p:spPr>
          <a:xfrm>
            <a:off x="56692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0" name="Text 7"/>
          <p:cNvSpPr/>
          <p:nvPr/>
        </p:nvSpPr>
        <p:spPr>
          <a:xfrm>
            <a:off x="63550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1" name="Text 8"/>
          <p:cNvSpPr/>
          <p:nvPr/>
        </p:nvSpPr>
        <p:spPr>
          <a:xfrm>
            <a:off x="56692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2" name="Text 9"/>
          <p:cNvSpPr/>
          <p:nvPr/>
        </p:nvSpPr>
        <p:spPr>
          <a:xfrm>
            <a:off x="49834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3" name="Text 10"/>
          <p:cNvSpPr/>
          <p:nvPr/>
        </p:nvSpPr>
        <p:spPr>
          <a:xfrm>
            <a:off x="56692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4" name="Text 11"/>
          <p:cNvSpPr/>
          <p:nvPr/>
        </p:nvSpPr>
        <p:spPr>
          <a:xfrm>
            <a:off x="63550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5" name="Text 12"/>
          <p:cNvSpPr/>
          <p:nvPr/>
        </p:nvSpPr>
        <p:spPr>
          <a:xfrm>
            <a:off x="49834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6" name="Text 13"/>
          <p:cNvSpPr/>
          <p:nvPr/>
        </p:nvSpPr>
        <p:spPr>
          <a:xfrm>
            <a:off x="63550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7" name="Text 14"/>
          <p:cNvSpPr/>
          <p:nvPr/>
        </p:nvSpPr>
        <p:spPr>
          <a:xfrm>
            <a:off x="49834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8" name="Text 15"/>
          <p:cNvSpPr/>
          <p:nvPr/>
        </p:nvSpPr>
        <p:spPr>
          <a:xfrm>
            <a:off x="56692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9" name="Text 16"/>
          <p:cNvSpPr/>
          <p:nvPr/>
        </p:nvSpPr>
        <p:spPr>
          <a:xfrm>
            <a:off x="63550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0" name="Text 17"/>
          <p:cNvSpPr/>
          <p:nvPr/>
        </p:nvSpPr>
        <p:spPr>
          <a:xfrm>
            <a:off x="56692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1" name="Text 18"/>
          <p:cNvSpPr/>
          <p:nvPr/>
        </p:nvSpPr>
        <p:spPr>
          <a:xfrm>
            <a:off x="126187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26187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26187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26187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126187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26187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26187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26187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126187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6187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126187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6187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33" name="Text 30"/>
          <p:cNvSpPr/>
          <p:nvPr/>
        </p:nvSpPr>
        <p:spPr>
          <a:xfrm>
            <a:off x="126187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34" name="Text 31"/>
          <p:cNvSpPr/>
          <p:nvPr/>
        </p:nvSpPr>
        <p:spPr>
          <a:xfrm>
            <a:off x="146304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35" name="Text 32"/>
          <p:cNvSpPr/>
          <p:nvPr/>
        </p:nvSpPr>
        <p:spPr>
          <a:xfrm>
            <a:off x="146304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146304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37" name="Text 34"/>
          <p:cNvSpPr/>
          <p:nvPr/>
        </p:nvSpPr>
        <p:spPr>
          <a:xfrm>
            <a:off x="146304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8" name="Text 35"/>
          <p:cNvSpPr/>
          <p:nvPr/>
        </p:nvSpPr>
        <p:spPr>
          <a:xfrm>
            <a:off x="146304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146304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46304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41" name="Text 38"/>
          <p:cNvSpPr/>
          <p:nvPr/>
        </p:nvSpPr>
        <p:spPr>
          <a:xfrm>
            <a:off x="146304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42" name="Text 39"/>
          <p:cNvSpPr/>
          <p:nvPr/>
        </p:nvSpPr>
        <p:spPr>
          <a:xfrm>
            <a:off x="146304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46304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44" name="Text 41"/>
          <p:cNvSpPr/>
          <p:nvPr/>
        </p:nvSpPr>
        <p:spPr>
          <a:xfrm>
            <a:off x="146304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45" name="Text 42"/>
          <p:cNvSpPr/>
          <p:nvPr/>
        </p:nvSpPr>
        <p:spPr>
          <a:xfrm>
            <a:off x="146304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46" name="Text 43"/>
          <p:cNvSpPr/>
          <p:nvPr/>
        </p:nvSpPr>
        <p:spPr>
          <a:xfrm>
            <a:off x="146304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47" name="Text 44"/>
          <p:cNvSpPr/>
          <p:nvPr/>
        </p:nvSpPr>
        <p:spPr>
          <a:xfrm>
            <a:off x="166421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48" name="Text 45"/>
          <p:cNvSpPr/>
          <p:nvPr/>
        </p:nvSpPr>
        <p:spPr>
          <a:xfrm>
            <a:off x="166421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49" name="Text 46"/>
          <p:cNvSpPr/>
          <p:nvPr/>
        </p:nvSpPr>
        <p:spPr>
          <a:xfrm>
            <a:off x="166421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50" name="Text 47"/>
          <p:cNvSpPr/>
          <p:nvPr/>
        </p:nvSpPr>
        <p:spPr>
          <a:xfrm>
            <a:off x="166421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51" name="Text 48"/>
          <p:cNvSpPr/>
          <p:nvPr/>
        </p:nvSpPr>
        <p:spPr>
          <a:xfrm>
            <a:off x="166421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52" name="Text 49"/>
          <p:cNvSpPr/>
          <p:nvPr/>
        </p:nvSpPr>
        <p:spPr>
          <a:xfrm>
            <a:off x="166421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166421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54" name="Text 51"/>
          <p:cNvSpPr/>
          <p:nvPr/>
        </p:nvSpPr>
        <p:spPr>
          <a:xfrm>
            <a:off x="166421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55" name="Text 52"/>
          <p:cNvSpPr/>
          <p:nvPr/>
        </p:nvSpPr>
        <p:spPr>
          <a:xfrm>
            <a:off x="166421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166421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57" name="Text 54"/>
          <p:cNvSpPr/>
          <p:nvPr/>
        </p:nvSpPr>
        <p:spPr>
          <a:xfrm>
            <a:off x="166421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58" name="Text 55"/>
          <p:cNvSpPr/>
          <p:nvPr/>
        </p:nvSpPr>
        <p:spPr>
          <a:xfrm>
            <a:off x="166421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59" name="Text 56"/>
          <p:cNvSpPr/>
          <p:nvPr/>
        </p:nvSpPr>
        <p:spPr>
          <a:xfrm>
            <a:off x="166421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60" name="Text 57"/>
          <p:cNvSpPr/>
          <p:nvPr/>
        </p:nvSpPr>
        <p:spPr>
          <a:xfrm>
            <a:off x="126187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61" name="Text 58"/>
          <p:cNvSpPr/>
          <p:nvPr/>
        </p:nvSpPr>
        <p:spPr>
          <a:xfrm>
            <a:off x="126187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2" name="Text 59"/>
          <p:cNvSpPr/>
          <p:nvPr/>
        </p:nvSpPr>
        <p:spPr>
          <a:xfrm>
            <a:off x="126187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63" name="Text 60"/>
          <p:cNvSpPr/>
          <p:nvPr/>
        </p:nvSpPr>
        <p:spPr>
          <a:xfrm>
            <a:off x="126187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4" name="Text 61"/>
          <p:cNvSpPr/>
          <p:nvPr/>
        </p:nvSpPr>
        <p:spPr>
          <a:xfrm>
            <a:off x="126187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65" name="Text 62"/>
          <p:cNvSpPr/>
          <p:nvPr/>
        </p:nvSpPr>
        <p:spPr>
          <a:xfrm>
            <a:off x="126187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126187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67" name="Text 64"/>
          <p:cNvSpPr/>
          <p:nvPr/>
        </p:nvSpPr>
        <p:spPr>
          <a:xfrm>
            <a:off x="126187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68" name="Text 65"/>
          <p:cNvSpPr/>
          <p:nvPr/>
        </p:nvSpPr>
        <p:spPr>
          <a:xfrm>
            <a:off x="126187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9" name="Text 66"/>
          <p:cNvSpPr/>
          <p:nvPr/>
        </p:nvSpPr>
        <p:spPr>
          <a:xfrm>
            <a:off x="126187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70" name="Text 67"/>
          <p:cNvSpPr/>
          <p:nvPr/>
        </p:nvSpPr>
        <p:spPr>
          <a:xfrm>
            <a:off x="126187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71" name="Text 68"/>
          <p:cNvSpPr/>
          <p:nvPr/>
        </p:nvSpPr>
        <p:spPr>
          <a:xfrm>
            <a:off x="126187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72" name="Text 69"/>
          <p:cNvSpPr/>
          <p:nvPr/>
        </p:nvSpPr>
        <p:spPr>
          <a:xfrm>
            <a:off x="126187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73" name="Text 70"/>
          <p:cNvSpPr/>
          <p:nvPr/>
        </p:nvSpPr>
        <p:spPr>
          <a:xfrm>
            <a:off x="166421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74" name="Text 71"/>
          <p:cNvSpPr/>
          <p:nvPr/>
        </p:nvSpPr>
        <p:spPr>
          <a:xfrm>
            <a:off x="166421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5" name="Text 72"/>
          <p:cNvSpPr/>
          <p:nvPr/>
        </p:nvSpPr>
        <p:spPr>
          <a:xfrm>
            <a:off x="166421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76" name="Text 73"/>
          <p:cNvSpPr/>
          <p:nvPr/>
        </p:nvSpPr>
        <p:spPr>
          <a:xfrm>
            <a:off x="166421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7" name="Text 74"/>
          <p:cNvSpPr/>
          <p:nvPr/>
        </p:nvSpPr>
        <p:spPr>
          <a:xfrm>
            <a:off x="166421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78" name="Text 75"/>
          <p:cNvSpPr/>
          <p:nvPr/>
        </p:nvSpPr>
        <p:spPr>
          <a:xfrm>
            <a:off x="166421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79" name="Text 76"/>
          <p:cNvSpPr/>
          <p:nvPr/>
        </p:nvSpPr>
        <p:spPr>
          <a:xfrm>
            <a:off x="166421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80" name="Text 77"/>
          <p:cNvSpPr/>
          <p:nvPr/>
        </p:nvSpPr>
        <p:spPr>
          <a:xfrm>
            <a:off x="166421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81" name="Text 78"/>
          <p:cNvSpPr/>
          <p:nvPr/>
        </p:nvSpPr>
        <p:spPr>
          <a:xfrm>
            <a:off x="166421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82" name="Text 79"/>
          <p:cNvSpPr/>
          <p:nvPr/>
        </p:nvSpPr>
        <p:spPr>
          <a:xfrm>
            <a:off x="166421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83" name="Text 80"/>
          <p:cNvSpPr/>
          <p:nvPr/>
        </p:nvSpPr>
        <p:spPr>
          <a:xfrm>
            <a:off x="166421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84" name="Text 81"/>
          <p:cNvSpPr/>
          <p:nvPr/>
        </p:nvSpPr>
        <p:spPr>
          <a:xfrm>
            <a:off x="166421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85" name="Text 82"/>
          <p:cNvSpPr/>
          <p:nvPr/>
        </p:nvSpPr>
        <p:spPr>
          <a:xfrm>
            <a:off x="166421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86" name="Text 83"/>
          <p:cNvSpPr/>
          <p:nvPr/>
        </p:nvSpPr>
        <p:spPr>
          <a:xfrm>
            <a:off x="126187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87" name="Text 84"/>
          <p:cNvSpPr/>
          <p:nvPr/>
        </p:nvSpPr>
        <p:spPr>
          <a:xfrm>
            <a:off x="126187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88" name="Text 85"/>
          <p:cNvSpPr/>
          <p:nvPr/>
        </p:nvSpPr>
        <p:spPr>
          <a:xfrm>
            <a:off x="126187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89" name="Text 86"/>
          <p:cNvSpPr/>
          <p:nvPr/>
        </p:nvSpPr>
        <p:spPr>
          <a:xfrm>
            <a:off x="126187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90" name="Text 87"/>
          <p:cNvSpPr/>
          <p:nvPr/>
        </p:nvSpPr>
        <p:spPr>
          <a:xfrm>
            <a:off x="126187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91" name="Text 88"/>
          <p:cNvSpPr/>
          <p:nvPr/>
        </p:nvSpPr>
        <p:spPr>
          <a:xfrm>
            <a:off x="126187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2" name="Text 89"/>
          <p:cNvSpPr/>
          <p:nvPr/>
        </p:nvSpPr>
        <p:spPr>
          <a:xfrm>
            <a:off x="126187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93" name="Text 90"/>
          <p:cNvSpPr/>
          <p:nvPr/>
        </p:nvSpPr>
        <p:spPr>
          <a:xfrm>
            <a:off x="126187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94" name="Text 91"/>
          <p:cNvSpPr/>
          <p:nvPr/>
        </p:nvSpPr>
        <p:spPr>
          <a:xfrm>
            <a:off x="126187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5" name="Text 92"/>
          <p:cNvSpPr/>
          <p:nvPr/>
        </p:nvSpPr>
        <p:spPr>
          <a:xfrm>
            <a:off x="126187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96" name="Text 93"/>
          <p:cNvSpPr/>
          <p:nvPr/>
        </p:nvSpPr>
        <p:spPr>
          <a:xfrm>
            <a:off x="126187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97" name="Text 94"/>
          <p:cNvSpPr/>
          <p:nvPr/>
        </p:nvSpPr>
        <p:spPr>
          <a:xfrm>
            <a:off x="126187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98" name="Text 95"/>
          <p:cNvSpPr/>
          <p:nvPr/>
        </p:nvSpPr>
        <p:spPr>
          <a:xfrm>
            <a:off x="126187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99" name="Text 96"/>
          <p:cNvSpPr/>
          <p:nvPr/>
        </p:nvSpPr>
        <p:spPr>
          <a:xfrm>
            <a:off x="146304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00" name="Text 97"/>
          <p:cNvSpPr/>
          <p:nvPr/>
        </p:nvSpPr>
        <p:spPr>
          <a:xfrm>
            <a:off x="146304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1" name="Text 98"/>
          <p:cNvSpPr/>
          <p:nvPr/>
        </p:nvSpPr>
        <p:spPr>
          <a:xfrm>
            <a:off x="146304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02" name="Text 99"/>
          <p:cNvSpPr/>
          <p:nvPr/>
        </p:nvSpPr>
        <p:spPr>
          <a:xfrm>
            <a:off x="146304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3" name="Text 100"/>
          <p:cNvSpPr/>
          <p:nvPr/>
        </p:nvSpPr>
        <p:spPr>
          <a:xfrm>
            <a:off x="146304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04" name="Text 101"/>
          <p:cNvSpPr/>
          <p:nvPr/>
        </p:nvSpPr>
        <p:spPr>
          <a:xfrm>
            <a:off x="146304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5" name="Text 102"/>
          <p:cNvSpPr/>
          <p:nvPr/>
        </p:nvSpPr>
        <p:spPr>
          <a:xfrm>
            <a:off x="146304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06" name="Text 103"/>
          <p:cNvSpPr/>
          <p:nvPr/>
        </p:nvSpPr>
        <p:spPr>
          <a:xfrm>
            <a:off x="146304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07" name="Text 104"/>
          <p:cNvSpPr/>
          <p:nvPr/>
        </p:nvSpPr>
        <p:spPr>
          <a:xfrm>
            <a:off x="146304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8" name="Text 105"/>
          <p:cNvSpPr/>
          <p:nvPr/>
        </p:nvSpPr>
        <p:spPr>
          <a:xfrm>
            <a:off x="146304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09" name="Text 106"/>
          <p:cNvSpPr/>
          <p:nvPr/>
        </p:nvSpPr>
        <p:spPr>
          <a:xfrm>
            <a:off x="146304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10" name="Text 107"/>
          <p:cNvSpPr/>
          <p:nvPr/>
        </p:nvSpPr>
        <p:spPr>
          <a:xfrm>
            <a:off x="146304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11" name="Text 108"/>
          <p:cNvSpPr/>
          <p:nvPr/>
        </p:nvSpPr>
        <p:spPr>
          <a:xfrm>
            <a:off x="146304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12" name="Text 109"/>
          <p:cNvSpPr/>
          <p:nvPr/>
        </p:nvSpPr>
        <p:spPr>
          <a:xfrm>
            <a:off x="166421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13" name="Text 110"/>
          <p:cNvSpPr/>
          <p:nvPr/>
        </p:nvSpPr>
        <p:spPr>
          <a:xfrm>
            <a:off x="166421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4" name="Text 111"/>
          <p:cNvSpPr/>
          <p:nvPr/>
        </p:nvSpPr>
        <p:spPr>
          <a:xfrm>
            <a:off x="166421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15" name="Text 112"/>
          <p:cNvSpPr/>
          <p:nvPr/>
        </p:nvSpPr>
        <p:spPr>
          <a:xfrm>
            <a:off x="166421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6" name="Text 113"/>
          <p:cNvSpPr/>
          <p:nvPr/>
        </p:nvSpPr>
        <p:spPr>
          <a:xfrm>
            <a:off x="166421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17" name="Text 114"/>
          <p:cNvSpPr/>
          <p:nvPr/>
        </p:nvSpPr>
        <p:spPr>
          <a:xfrm>
            <a:off x="166421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18" name="Text 115"/>
          <p:cNvSpPr/>
          <p:nvPr/>
        </p:nvSpPr>
        <p:spPr>
          <a:xfrm>
            <a:off x="166421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19" name="Text 116"/>
          <p:cNvSpPr/>
          <p:nvPr/>
        </p:nvSpPr>
        <p:spPr>
          <a:xfrm>
            <a:off x="166421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20" name="Text 117"/>
          <p:cNvSpPr/>
          <p:nvPr/>
        </p:nvSpPr>
        <p:spPr>
          <a:xfrm>
            <a:off x="166421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21" name="Text 118"/>
          <p:cNvSpPr/>
          <p:nvPr/>
        </p:nvSpPr>
        <p:spPr>
          <a:xfrm>
            <a:off x="166421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22" name="Text 119"/>
          <p:cNvSpPr/>
          <p:nvPr/>
        </p:nvSpPr>
        <p:spPr>
          <a:xfrm>
            <a:off x="166421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23" name="Text 120"/>
          <p:cNvSpPr/>
          <p:nvPr/>
        </p:nvSpPr>
        <p:spPr>
          <a:xfrm>
            <a:off x="166421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24" name="Text 121"/>
          <p:cNvSpPr/>
          <p:nvPr/>
        </p:nvSpPr>
        <p:spPr>
          <a:xfrm>
            <a:off x="166421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25" name="Text 122"/>
          <p:cNvSpPr/>
          <p:nvPr/>
        </p:nvSpPr>
        <p:spPr>
          <a:xfrm>
            <a:off x="146304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26" name="Text 123"/>
          <p:cNvSpPr/>
          <p:nvPr/>
        </p:nvSpPr>
        <p:spPr>
          <a:xfrm>
            <a:off x="146304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7" name="Text 124"/>
          <p:cNvSpPr/>
          <p:nvPr/>
        </p:nvSpPr>
        <p:spPr>
          <a:xfrm>
            <a:off x="146304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28" name="Text 125"/>
          <p:cNvSpPr/>
          <p:nvPr/>
        </p:nvSpPr>
        <p:spPr>
          <a:xfrm>
            <a:off x="146304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9" name="Text 126"/>
          <p:cNvSpPr/>
          <p:nvPr/>
        </p:nvSpPr>
        <p:spPr>
          <a:xfrm>
            <a:off x="146304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30" name="Text 127"/>
          <p:cNvSpPr/>
          <p:nvPr/>
        </p:nvSpPr>
        <p:spPr>
          <a:xfrm>
            <a:off x="146304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1" name="Text 128"/>
          <p:cNvSpPr/>
          <p:nvPr/>
        </p:nvSpPr>
        <p:spPr>
          <a:xfrm>
            <a:off x="146304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32" name="Text 129"/>
          <p:cNvSpPr/>
          <p:nvPr/>
        </p:nvSpPr>
        <p:spPr>
          <a:xfrm>
            <a:off x="146304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33" name="Text 130"/>
          <p:cNvSpPr/>
          <p:nvPr/>
        </p:nvSpPr>
        <p:spPr>
          <a:xfrm>
            <a:off x="146304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4" name="Text 131"/>
          <p:cNvSpPr/>
          <p:nvPr/>
        </p:nvSpPr>
        <p:spPr>
          <a:xfrm>
            <a:off x="146304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35" name="Text 132"/>
          <p:cNvSpPr/>
          <p:nvPr/>
        </p:nvSpPr>
        <p:spPr>
          <a:xfrm>
            <a:off x="146304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36" name="Text 133"/>
          <p:cNvSpPr/>
          <p:nvPr/>
        </p:nvSpPr>
        <p:spPr>
          <a:xfrm>
            <a:off x="146304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37" name="Text 134"/>
          <p:cNvSpPr/>
          <p:nvPr/>
        </p:nvSpPr>
        <p:spPr>
          <a:xfrm>
            <a:off x="146304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2026-09-25T18:07:06Z</dcterms:created>
  <dcterms:modified xsi:type="dcterms:W3CDTF">2026-09-25T18:07:06Z</dcterms:modified>
</cp:coreProperties>
</file>