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5486400" cy="5486400"/>
  <p:notesSz cx="54864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lyers/pamphlet/_assets/hosei-pattern-chara-fl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5486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8348" y="-160020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保</a:t>
            </a:r>
            <a:endParaRPr lang="en-US" sz="20000" dirty="0"/>
          </a:p>
        </p:txBody>
      </p:sp>
      <p:sp>
        <p:nvSpPr>
          <p:cNvPr id="4" name="Text 1"/>
          <p:cNvSpPr/>
          <p:nvPr/>
        </p:nvSpPr>
        <p:spPr>
          <a:xfrm>
            <a:off x="566928" y="-160020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保</a:t>
            </a:r>
            <a:endParaRPr lang="en-US" sz="20000" dirty="0"/>
          </a:p>
        </p:txBody>
      </p:sp>
      <p:sp>
        <p:nvSpPr>
          <p:cNvPr id="5" name="Text 2"/>
          <p:cNvSpPr/>
          <p:nvPr/>
        </p:nvSpPr>
        <p:spPr>
          <a:xfrm>
            <a:off x="635508" y="-160020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保</a:t>
            </a:r>
            <a:endParaRPr lang="en-US" sz="20000" dirty="0"/>
          </a:p>
        </p:txBody>
      </p:sp>
      <p:sp>
        <p:nvSpPr>
          <p:cNvPr id="6" name="Text 3"/>
          <p:cNvSpPr/>
          <p:nvPr/>
        </p:nvSpPr>
        <p:spPr>
          <a:xfrm>
            <a:off x="498348" y="-91440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保</a:t>
            </a:r>
            <a:endParaRPr lang="en-US" sz="20000" dirty="0"/>
          </a:p>
        </p:txBody>
      </p:sp>
      <p:sp>
        <p:nvSpPr>
          <p:cNvPr id="7" name="Text 4"/>
          <p:cNvSpPr/>
          <p:nvPr/>
        </p:nvSpPr>
        <p:spPr>
          <a:xfrm>
            <a:off x="635508" y="-91440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保</a:t>
            </a:r>
            <a:endParaRPr lang="en-US" sz="20000" dirty="0"/>
          </a:p>
        </p:txBody>
      </p:sp>
      <p:sp>
        <p:nvSpPr>
          <p:cNvPr id="8" name="Text 5"/>
          <p:cNvSpPr/>
          <p:nvPr/>
        </p:nvSpPr>
        <p:spPr>
          <a:xfrm>
            <a:off x="498348" y="-22860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保</a:t>
            </a:r>
            <a:endParaRPr lang="en-US" sz="20000" dirty="0"/>
          </a:p>
        </p:txBody>
      </p:sp>
      <p:sp>
        <p:nvSpPr>
          <p:cNvPr id="9" name="Text 6"/>
          <p:cNvSpPr/>
          <p:nvPr/>
        </p:nvSpPr>
        <p:spPr>
          <a:xfrm>
            <a:off x="566928" y="-22860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保</a:t>
            </a:r>
            <a:endParaRPr lang="en-US" sz="20000" dirty="0"/>
          </a:p>
        </p:txBody>
      </p:sp>
      <p:sp>
        <p:nvSpPr>
          <p:cNvPr id="10" name="Text 7"/>
          <p:cNvSpPr/>
          <p:nvPr/>
        </p:nvSpPr>
        <p:spPr>
          <a:xfrm>
            <a:off x="635508" y="-22860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保</a:t>
            </a:r>
            <a:endParaRPr lang="en-US" sz="20000" dirty="0"/>
          </a:p>
        </p:txBody>
      </p:sp>
      <p:sp>
        <p:nvSpPr>
          <p:cNvPr id="11" name="Text 8"/>
          <p:cNvSpPr/>
          <p:nvPr/>
        </p:nvSpPr>
        <p:spPr>
          <a:xfrm>
            <a:off x="566928" y="-91440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1A1A1A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保</a:t>
            </a:r>
            <a:endParaRPr lang="en-US" sz="20000" dirty="0"/>
          </a:p>
        </p:txBody>
      </p:sp>
      <p:sp>
        <p:nvSpPr>
          <p:cNvPr id="12" name="Text 9"/>
          <p:cNvSpPr/>
          <p:nvPr/>
        </p:nvSpPr>
        <p:spPr>
          <a:xfrm>
            <a:off x="498348" y="2601468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成</a:t>
            </a:r>
            <a:endParaRPr lang="en-US" sz="20000" dirty="0"/>
          </a:p>
        </p:txBody>
      </p:sp>
      <p:sp>
        <p:nvSpPr>
          <p:cNvPr id="13" name="Text 10"/>
          <p:cNvSpPr/>
          <p:nvPr/>
        </p:nvSpPr>
        <p:spPr>
          <a:xfrm>
            <a:off x="566928" y="2601468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成</a:t>
            </a:r>
            <a:endParaRPr lang="en-US" sz="20000" dirty="0"/>
          </a:p>
        </p:txBody>
      </p:sp>
      <p:sp>
        <p:nvSpPr>
          <p:cNvPr id="14" name="Text 11"/>
          <p:cNvSpPr/>
          <p:nvPr/>
        </p:nvSpPr>
        <p:spPr>
          <a:xfrm>
            <a:off x="635508" y="2601468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成</a:t>
            </a:r>
            <a:endParaRPr lang="en-US" sz="20000" dirty="0"/>
          </a:p>
        </p:txBody>
      </p:sp>
      <p:sp>
        <p:nvSpPr>
          <p:cNvPr id="15" name="Text 12"/>
          <p:cNvSpPr/>
          <p:nvPr/>
        </p:nvSpPr>
        <p:spPr>
          <a:xfrm>
            <a:off x="498348" y="2670048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成</a:t>
            </a:r>
            <a:endParaRPr lang="en-US" sz="20000" dirty="0"/>
          </a:p>
        </p:txBody>
      </p:sp>
      <p:sp>
        <p:nvSpPr>
          <p:cNvPr id="16" name="Text 13"/>
          <p:cNvSpPr/>
          <p:nvPr/>
        </p:nvSpPr>
        <p:spPr>
          <a:xfrm>
            <a:off x="635508" y="2670048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成</a:t>
            </a:r>
            <a:endParaRPr lang="en-US" sz="20000" dirty="0"/>
          </a:p>
        </p:txBody>
      </p:sp>
      <p:sp>
        <p:nvSpPr>
          <p:cNvPr id="17" name="Text 14"/>
          <p:cNvSpPr/>
          <p:nvPr/>
        </p:nvSpPr>
        <p:spPr>
          <a:xfrm>
            <a:off x="498348" y="2738628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成</a:t>
            </a:r>
            <a:endParaRPr lang="en-US" sz="20000" dirty="0"/>
          </a:p>
        </p:txBody>
      </p:sp>
      <p:sp>
        <p:nvSpPr>
          <p:cNvPr id="18" name="Text 15"/>
          <p:cNvSpPr/>
          <p:nvPr/>
        </p:nvSpPr>
        <p:spPr>
          <a:xfrm>
            <a:off x="566928" y="2738628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成</a:t>
            </a:r>
            <a:endParaRPr lang="en-US" sz="20000" dirty="0"/>
          </a:p>
        </p:txBody>
      </p:sp>
      <p:sp>
        <p:nvSpPr>
          <p:cNvPr id="19" name="Text 16"/>
          <p:cNvSpPr/>
          <p:nvPr/>
        </p:nvSpPr>
        <p:spPr>
          <a:xfrm>
            <a:off x="635508" y="2738628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成</a:t>
            </a:r>
            <a:endParaRPr lang="en-US" sz="20000" dirty="0"/>
          </a:p>
        </p:txBody>
      </p:sp>
      <p:sp>
        <p:nvSpPr>
          <p:cNvPr id="20" name="Text 17"/>
          <p:cNvSpPr/>
          <p:nvPr/>
        </p:nvSpPr>
        <p:spPr>
          <a:xfrm>
            <a:off x="566928" y="2670048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1A1A1A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成</a:t>
            </a:r>
            <a:endParaRPr lang="en-US" sz="20000" dirty="0"/>
          </a:p>
        </p:txBody>
      </p:sp>
      <p:sp>
        <p:nvSpPr>
          <p:cNvPr id="21" name="Text 18"/>
          <p:cNvSpPr/>
          <p:nvPr/>
        </p:nvSpPr>
        <p:spPr>
          <a:xfrm>
            <a:off x="126187" y="254203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お</a:t>
            </a:r>
            <a:endParaRPr lang="en-US" sz="2700" dirty="0"/>
          </a:p>
        </p:txBody>
      </p:sp>
      <p:sp>
        <p:nvSpPr>
          <p:cNvPr id="22" name="Text 19"/>
          <p:cNvSpPr/>
          <p:nvPr/>
        </p:nvSpPr>
        <p:spPr>
          <a:xfrm>
            <a:off x="126187" y="658825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23" name="Text 20"/>
          <p:cNvSpPr/>
          <p:nvPr/>
        </p:nvSpPr>
        <p:spPr>
          <a:xfrm>
            <a:off x="126187" y="1063447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し</a:t>
            </a:r>
            <a:endParaRPr lang="en-US" sz="2700" dirty="0"/>
          </a:p>
        </p:txBody>
      </p:sp>
      <p:sp>
        <p:nvSpPr>
          <p:cNvPr id="24" name="Text 21"/>
          <p:cNvSpPr/>
          <p:nvPr/>
        </p:nvSpPr>
        <p:spPr>
          <a:xfrm>
            <a:off x="126187" y="1468069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25" name="Text 22"/>
          <p:cNvSpPr/>
          <p:nvPr/>
        </p:nvSpPr>
        <p:spPr>
          <a:xfrm>
            <a:off x="126187" y="1872691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ホ</a:t>
            </a:r>
            <a:endParaRPr lang="en-US" sz="2700" dirty="0"/>
          </a:p>
        </p:txBody>
      </p:sp>
      <p:sp>
        <p:nvSpPr>
          <p:cNvPr id="26" name="Text 23"/>
          <p:cNvSpPr/>
          <p:nvPr/>
        </p:nvSpPr>
        <p:spPr>
          <a:xfrm>
            <a:off x="126187" y="2277313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126187" y="2580780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ト</a:t>
            </a:r>
            <a:endParaRPr lang="en-US" sz="2700" dirty="0"/>
          </a:p>
        </p:txBody>
      </p:sp>
      <p:sp>
        <p:nvSpPr>
          <p:cNvPr id="28" name="Text 25"/>
          <p:cNvSpPr/>
          <p:nvPr/>
        </p:nvSpPr>
        <p:spPr>
          <a:xfrm>
            <a:off x="126187" y="2985402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ド</a:t>
            </a:r>
            <a:endParaRPr lang="en-US" sz="2700" dirty="0"/>
          </a:p>
        </p:txBody>
      </p:sp>
      <p:sp>
        <p:nvSpPr>
          <p:cNvPr id="29" name="Text 26"/>
          <p:cNvSpPr/>
          <p:nvPr/>
        </p:nvSpPr>
        <p:spPr>
          <a:xfrm>
            <a:off x="126187" y="3390024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126187" y="3693490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ク</a:t>
            </a:r>
            <a:endParaRPr lang="en-US" sz="2700" dirty="0"/>
          </a:p>
        </p:txBody>
      </p:sp>
      <p:sp>
        <p:nvSpPr>
          <p:cNvPr id="31" name="Text 28"/>
          <p:cNvSpPr/>
          <p:nvPr/>
        </p:nvSpPr>
        <p:spPr>
          <a:xfrm>
            <a:off x="126187" y="4098112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屋</a:t>
            </a:r>
            <a:endParaRPr lang="en-US" sz="2700" dirty="0"/>
          </a:p>
        </p:txBody>
      </p:sp>
      <p:sp>
        <p:nvSpPr>
          <p:cNvPr id="32" name="Text 29"/>
          <p:cNvSpPr/>
          <p:nvPr/>
        </p:nvSpPr>
        <p:spPr>
          <a:xfrm>
            <a:off x="126187" y="4502734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さ</a:t>
            </a:r>
            <a:endParaRPr lang="en-US" sz="2700" dirty="0"/>
          </a:p>
        </p:txBody>
      </p:sp>
      <p:sp>
        <p:nvSpPr>
          <p:cNvPr id="33" name="Text 30"/>
          <p:cNvSpPr/>
          <p:nvPr/>
        </p:nvSpPr>
        <p:spPr>
          <a:xfrm>
            <a:off x="126187" y="4907356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ん</a:t>
            </a:r>
            <a:endParaRPr lang="en-US" sz="2700" dirty="0"/>
          </a:p>
        </p:txBody>
      </p:sp>
      <p:sp>
        <p:nvSpPr>
          <p:cNvPr id="34" name="Text 31"/>
          <p:cNvSpPr/>
          <p:nvPr/>
        </p:nvSpPr>
        <p:spPr>
          <a:xfrm>
            <a:off x="146304" y="254203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お</a:t>
            </a:r>
            <a:endParaRPr lang="en-US" sz="2700" dirty="0"/>
          </a:p>
        </p:txBody>
      </p:sp>
      <p:sp>
        <p:nvSpPr>
          <p:cNvPr id="35" name="Text 32"/>
          <p:cNvSpPr/>
          <p:nvPr/>
        </p:nvSpPr>
        <p:spPr>
          <a:xfrm>
            <a:off x="146304" y="658825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36" name="Text 33"/>
          <p:cNvSpPr/>
          <p:nvPr/>
        </p:nvSpPr>
        <p:spPr>
          <a:xfrm>
            <a:off x="146304" y="1063447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し</a:t>
            </a:r>
            <a:endParaRPr lang="en-US" sz="2700" dirty="0"/>
          </a:p>
        </p:txBody>
      </p:sp>
      <p:sp>
        <p:nvSpPr>
          <p:cNvPr id="37" name="Text 34"/>
          <p:cNvSpPr/>
          <p:nvPr/>
        </p:nvSpPr>
        <p:spPr>
          <a:xfrm>
            <a:off x="146304" y="1468069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38" name="Text 35"/>
          <p:cNvSpPr/>
          <p:nvPr/>
        </p:nvSpPr>
        <p:spPr>
          <a:xfrm>
            <a:off x="146304" y="1872691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ホ</a:t>
            </a:r>
            <a:endParaRPr lang="en-US" sz="2700" dirty="0"/>
          </a:p>
        </p:txBody>
      </p:sp>
      <p:sp>
        <p:nvSpPr>
          <p:cNvPr id="39" name="Text 36"/>
          <p:cNvSpPr/>
          <p:nvPr/>
        </p:nvSpPr>
        <p:spPr>
          <a:xfrm>
            <a:off x="146304" y="2277313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40" name="Text 37"/>
          <p:cNvSpPr/>
          <p:nvPr/>
        </p:nvSpPr>
        <p:spPr>
          <a:xfrm>
            <a:off x="146304" y="2580780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ト</a:t>
            </a:r>
            <a:endParaRPr lang="en-US" sz="2700" dirty="0"/>
          </a:p>
        </p:txBody>
      </p:sp>
      <p:sp>
        <p:nvSpPr>
          <p:cNvPr id="41" name="Text 38"/>
          <p:cNvSpPr/>
          <p:nvPr/>
        </p:nvSpPr>
        <p:spPr>
          <a:xfrm>
            <a:off x="146304" y="2985402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ド</a:t>
            </a:r>
            <a:endParaRPr lang="en-US" sz="2700" dirty="0"/>
          </a:p>
        </p:txBody>
      </p:sp>
      <p:sp>
        <p:nvSpPr>
          <p:cNvPr id="42" name="Text 39"/>
          <p:cNvSpPr/>
          <p:nvPr/>
        </p:nvSpPr>
        <p:spPr>
          <a:xfrm>
            <a:off x="146304" y="3390024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43" name="Text 40"/>
          <p:cNvSpPr/>
          <p:nvPr/>
        </p:nvSpPr>
        <p:spPr>
          <a:xfrm>
            <a:off x="146304" y="3693490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ク</a:t>
            </a:r>
            <a:endParaRPr lang="en-US" sz="2700" dirty="0"/>
          </a:p>
        </p:txBody>
      </p:sp>
      <p:sp>
        <p:nvSpPr>
          <p:cNvPr id="44" name="Text 41"/>
          <p:cNvSpPr/>
          <p:nvPr/>
        </p:nvSpPr>
        <p:spPr>
          <a:xfrm>
            <a:off x="146304" y="4098112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屋</a:t>
            </a:r>
            <a:endParaRPr lang="en-US" sz="2700" dirty="0"/>
          </a:p>
        </p:txBody>
      </p:sp>
      <p:sp>
        <p:nvSpPr>
          <p:cNvPr id="45" name="Text 42"/>
          <p:cNvSpPr/>
          <p:nvPr/>
        </p:nvSpPr>
        <p:spPr>
          <a:xfrm>
            <a:off x="146304" y="4502734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さ</a:t>
            </a:r>
            <a:endParaRPr lang="en-US" sz="2700" dirty="0"/>
          </a:p>
        </p:txBody>
      </p:sp>
      <p:sp>
        <p:nvSpPr>
          <p:cNvPr id="46" name="Text 43"/>
          <p:cNvSpPr/>
          <p:nvPr/>
        </p:nvSpPr>
        <p:spPr>
          <a:xfrm>
            <a:off x="146304" y="4907356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ん</a:t>
            </a:r>
            <a:endParaRPr lang="en-US" sz="2700" dirty="0"/>
          </a:p>
        </p:txBody>
      </p:sp>
      <p:sp>
        <p:nvSpPr>
          <p:cNvPr id="47" name="Text 44"/>
          <p:cNvSpPr/>
          <p:nvPr/>
        </p:nvSpPr>
        <p:spPr>
          <a:xfrm>
            <a:off x="166421" y="254203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お</a:t>
            </a:r>
            <a:endParaRPr lang="en-US" sz="2700" dirty="0"/>
          </a:p>
        </p:txBody>
      </p:sp>
      <p:sp>
        <p:nvSpPr>
          <p:cNvPr id="48" name="Text 45"/>
          <p:cNvSpPr/>
          <p:nvPr/>
        </p:nvSpPr>
        <p:spPr>
          <a:xfrm>
            <a:off x="166421" y="658825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49" name="Text 46"/>
          <p:cNvSpPr/>
          <p:nvPr/>
        </p:nvSpPr>
        <p:spPr>
          <a:xfrm>
            <a:off x="166421" y="1063447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し</a:t>
            </a:r>
            <a:endParaRPr lang="en-US" sz="2700" dirty="0"/>
          </a:p>
        </p:txBody>
      </p:sp>
      <p:sp>
        <p:nvSpPr>
          <p:cNvPr id="50" name="Text 47"/>
          <p:cNvSpPr/>
          <p:nvPr/>
        </p:nvSpPr>
        <p:spPr>
          <a:xfrm>
            <a:off x="166421" y="1468069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51" name="Text 48"/>
          <p:cNvSpPr/>
          <p:nvPr/>
        </p:nvSpPr>
        <p:spPr>
          <a:xfrm>
            <a:off x="166421" y="1872691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ホ</a:t>
            </a:r>
            <a:endParaRPr lang="en-US" sz="2700" dirty="0"/>
          </a:p>
        </p:txBody>
      </p:sp>
      <p:sp>
        <p:nvSpPr>
          <p:cNvPr id="52" name="Text 49"/>
          <p:cNvSpPr/>
          <p:nvPr/>
        </p:nvSpPr>
        <p:spPr>
          <a:xfrm>
            <a:off x="166421" y="2277313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53" name="Text 50"/>
          <p:cNvSpPr/>
          <p:nvPr/>
        </p:nvSpPr>
        <p:spPr>
          <a:xfrm>
            <a:off x="166421" y="2580780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ト</a:t>
            </a:r>
            <a:endParaRPr lang="en-US" sz="2700" dirty="0"/>
          </a:p>
        </p:txBody>
      </p:sp>
      <p:sp>
        <p:nvSpPr>
          <p:cNvPr id="54" name="Text 51"/>
          <p:cNvSpPr/>
          <p:nvPr/>
        </p:nvSpPr>
        <p:spPr>
          <a:xfrm>
            <a:off x="166421" y="2985402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ド</a:t>
            </a:r>
            <a:endParaRPr lang="en-US" sz="2700" dirty="0"/>
          </a:p>
        </p:txBody>
      </p:sp>
      <p:sp>
        <p:nvSpPr>
          <p:cNvPr id="55" name="Text 52"/>
          <p:cNvSpPr/>
          <p:nvPr/>
        </p:nvSpPr>
        <p:spPr>
          <a:xfrm>
            <a:off x="166421" y="3390024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56" name="Text 53"/>
          <p:cNvSpPr/>
          <p:nvPr/>
        </p:nvSpPr>
        <p:spPr>
          <a:xfrm>
            <a:off x="166421" y="3693490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ク</a:t>
            </a:r>
            <a:endParaRPr lang="en-US" sz="2700" dirty="0"/>
          </a:p>
        </p:txBody>
      </p:sp>
      <p:sp>
        <p:nvSpPr>
          <p:cNvPr id="57" name="Text 54"/>
          <p:cNvSpPr/>
          <p:nvPr/>
        </p:nvSpPr>
        <p:spPr>
          <a:xfrm>
            <a:off x="166421" y="4098112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屋</a:t>
            </a:r>
            <a:endParaRPr lang="en-US" sz="2700" dirty="0"/>
          </a:p>
        </p:txBody>
      </p:sp>
      <p:sp>
        <p:nvSpPr>
          <p:cNvPr id="58" name="Text 55"/>
          <p:cNvSpPr/>
          <p:nvPr/>
        </p:nvSpPr>
        <p:spPr>
          <a:xfrm>
            <a:off x="166421" y="4502734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さ</a:t>
            </a:r>
            <a:endParaRPr lang="en-US" sz="2700" dirty="0"/>
          </a:p>
        </p:txBody>
      </p:sp>
      <p:sp>
        <p:nvSpPr>
          <p:cNvPr id="59" name="Text 56"/>
          <p:cNvSpPr/>
          <p:nvPr/>
        </p:nvSpPr>
        <p:spPr>
          <a:xfrm>
            <a:off x="166421" y="4907356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ん</a:t>
            </a:r>
            <a:endParaRPr lang="en-US" sz="2700" dirty="0"/>
          </a:p>
        </p:txBody>
      </p:sp>
      <p:sp>
        <p:nvSpPr>
          <p:cNvPr id="60" name="Text 57"/>
          <p:cNvSpPr/>
          <p:nvPr/>
        </p:nvSpPr>
        <p:spPr>
          <a:xfrm>
            <a:off x="126187" y="274320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お</a:t>
            </a:r>
            <a:endParaRPr lang="en-US" sz="2700" dirty="0"/>
          </a:p>
        </p:txBody>
      </p:sp>
      <p:sp>
        <p:nvSpPr>
          <p:cNvPr id="61" name="Text 58"/>
          <p:cNvSpPr/>
          <p:nvPr/>
        </p:nvSpPr>
        <p:spPr>
          <a:xfrm>
            <a:off x="126187" y="678942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62" name="Text 59"/>
          <p:cNvSpPr/>
          <p:nvPr/>
        </p:nvSpPr>
        <p:spPr>
          <a:xfrm>
            <a:off x="126187" y="1083564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し</a:t>
            </a:r>
            <a:endParaRPr lang="en-US" sz="2700" dirty="0"/>
          </a:p>
        </p:txBody>
      </p:sp>
      <p:sp>
        <p:nvSpPr>
          <p:cNvPr id="63" name="Text 60"/>
          <p:cNvSpPr/>
          <p:nvPr/>
        </p:nvSpPr>
        <p:spPr>
          <a:xfrm>
            <a:off x="126187" y="1488186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64" name="Text 61"/>
          <p:cNvSpPr/>
          <p:nvPr/>
        </p:nvSpPr>
        <p:spPr>
          <a:xfrm>
            <a:off x="126187" y="1892808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ホ</a:t>
            </a:r>
            <a:endParaRPr lang="en-US" sz="2700" dirty="0"/>
          </a:p>
        </p:txBody>
      </p:sp>
      <p:sp>
        <p:nvSpPr>
          <p:cNvPr id="65" name="Text 62"/>
          <p:cNvSpPr/>
          <p:nvPr/>
        </p:nvSpPr>
        <p:spPr>
          <a:xfrm>
            <a:off x="126187" y="2297430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66" name="Text 63"/>
          <p:cNvSpPr/>
          <p:nvPr/>
        </p:nvSpPr>
        <p:spPr>
          <a:xfrm>
            <a:off x="126187" y="2600897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ト</a:t>
            </a:r>
            <a:endParaRPr lang="en-US" sz="2700" dirty="0"/>
          </a:p>
        </p:txBody>
      </p:sp>
      <p:sp>
        <p:nvSpPr>
          <p:cNvPr id="67" name="Text 64"/>
          <p:cNvSpPr/>
          <p:nvPr/>
        </p:nvSpPr>
        <p:spPr>
          <a:xfrm>
            <a:off x="126187" y="3005519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ド</a:t>
            </a:r>
            <a:endParaRPr lang="en-US" sz="2700" dirty="0"/>
          </a:p>
        </p:txBody>
      </p:sp>
      <p:sp>
        <p:nvSpPr>
          <p:cNvPr id="68" name="Text 65"/>
          <p:cNvSpPr/>
          <p:nvPr/>
        </p:nvSpPr>
        <p:spPr>
          <a:xfrm>
            <a:off x="126187" y="3410140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69" name="Text 66"/>
          <p:cNvSpPr/>
          <p:nvPr/>
        </p:nvSpPr>
        <p:spPr>
          <a:xfrm>
            <a:off x="126187" y="3713607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ク</a:t>
            </a:r>
            <a:endParaRPr lang="en-US" sz="2700" dirty="0"/>
          </a:p>
        </p:txBody>
      </p:sp>
      <p:sp>
        <p:nvSpPr>
          <p:cNvPr id="70" name="Text 67"/>
          <p:cNvSpPr/>
          <p:nvPr/>
        </p:nvSpPr>
        <p:spPr>
          <a:xfrm>
            <a:off x="126187" y="4118229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屋</a:t>
            </a:r>
            <a:endParaRPr lang="en-US" sz="2700" dirty="0"/>
          </a:p>
        </p:txBody>
      </p:sp>
      <p:sp>
        <p:nvSpPr>
          <p:cNvPr id="71" name="Text 68"/>
          <p:cNvSpPr/>
          <p:nvPr/>
        </p:nvSpPr>
        <p:spPr>
          <a:xfrm>
            <a:off x="126187" y="4522851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さ</a:t>
            </a:r>
            <a:endParaRPr lang="en-US" sz="2700" dirty="0"/>
          </a:p>
        </p:txBody>
      </p:sp>
      <p:sp>
        <p:nvSpPr>
          <p:cNvPr id="72" name="Text 69"/>
          <p:cNvSpPr/>
          <p:nvPr/>
        </p:nvSpPr>
        <p:spPr>
          <a:xfrm>
            <a:off x="126187" y="4927473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ん</a:t>
            </a:r>
            <a:endParaRPr lang="en-US" sz="2700" dirty="0"/>
          </a:p>
        </p:txBody>
      </p:sp>
      <p:sp>
        <p:nvSpPr>
          <p:cNvPr id="73" name="Text 70"/>
          <p:cNvSpPr/>
          <p:nvPr/>
        </p:nvSpPr>
        <p:spPr>
          <a:xfrm>
            <a:off x="166421" y="274320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お</a:t>
            </a:r>
            <a:endParaRPr lang="en-US" sz="2700" dirty="0"/>
          </a:p>
        </p:txBody>
      </p:sp>
      <p:sp>
        <p:nvSpPr>
          <p:cNvPr id="74" name="Text 71"/>
          <p:cNvSpPr/>
          <p:nvPr/>
        </p:nvSpPr>
        <p:spPr>
          <a:xfrm>
            <a:off x="166421" y="678942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75" name="Text 72"/>
          <p:cNvSpPr/>
          <p:nvPr/>
        </p:nvSpPr>
        <p:spPr>
          <a:xfrm>
            <a:off x="166421" y="1083564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し</a:t>
            </a:r>
            <a:endParaRPr lang="en-US" sz="2700" dirty="0"/>
          </a:p>
        </p:txBody>
      </p:sp>
      <p:sp>
        <p:nvSpPr>
          <p:cNvPr id="76" name="Text 73"/>
          <p:cNvSpPr/>
          <p:nvPr/>
        </p:nvSpPr>
        <p:spPr>
          <a:xfrm>
            <a:off x="166421" y="1488186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77" name="Text 74"/>
          <p:cNvSpPr/>
          <p:nvPr/>
        </p:nvSpPr>
        <p:spPr>
          <a:xfrm>
            <a:off x="166421" y="1892808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ホ</a:t>
            </a:r>
            <a:endParaRPr lang="en-US" sz="2700" dirty="0"/>
          </a:p>
        </p:txBody>
      </p:sp>
      <p:sp>
        <p:nvSpPr>
          <p:cNvPr id="78" name="Text 75"/>
          <p:cNvSpPr/>
          <p:nvPr/>
        </p:nvSpPr>
        <p:spPr>
          <a:xfrm>
            <a:off x="166421" y="2297430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79" name="Text 76"/>
          <p:cNvSpPr/>
          <p:nvPr/>
        </p:nvSpPr>
        <p:spPr>
          <a:xfrm>
            <a:off x="166421" y="2600897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ト</a:t>
            </a:r>
            <a:endParaRPr lang="en-US" sz="2700" dirty="0"/>
          </a:p>
        </p:txBody>
      </p:sp>
      <p:sp>
        <p:nvSpPr>
          <p:cNvPr id="80" name="Text 77"/>
          <p:cNvSpPr/>
          <p:nvPr/>
        </p:nvSpPr>
        <p:spPr>
          <a:xfrm>
            <a:off x="166421" y="3005519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ド</a:t>
            </a:r>
            <a:endParaRPr lang="en-US" sz="2700" dirty="0"/>
          </a:p>
        </p:txBody>
      </p:sp>
      <p:sp>
        <p:nvSpPr>
          <p:cNvPr id="81" name="Text 78"/>
          <p:cNvSpPr/>
          <p:nvPr/>
        </p:nvSpPr>
        <p:spPr>
          <a:xfrm>
            <a:off x="166421" y="3410140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82" name="Text 79"/>
          <p:cNvSpPr/>
          <p:nvPr/>
        </p:nvSpPr>
        <p:spPr>
          <a:xfrm>
            <a:off x="166421" y="3713607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ク</a:t>
            </a:r>
            <a:endParaRPr lang="en-US" sz="2700" dirty="0"/>
          </a:p>
        </p:txBody>
      </p:sp>
      <p:sp>
        <p:nvSpPr>
          <p:cNvPr id="83" name="Text 80"/>
          <p:cNvSpPr/>
          <p:nvPr/>
        </p:nvSpPr>
        <p:spPr>
          <a:xfrm>
            <a:off x="166421" y="4118229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屋</a:t>
            </a:r>
            <a:endParaRPr lang="en-US" sz="2700" dirty="0"/>
          </a:p>
        </p:txBody>
      </p:sp>
      <p:sp>
        <p:nvSpPr>
          <p:cNvPr id="84" name="Text 81"/>
          <p:cNvSpPr/>
          <p:nvPr/>
        </p:nvSpPr>
        <p:spPr>
          <a:xfrm>
            <a:off x="166421" y="4522851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さ</a:t>
            </a:r>
            <a:endParaRPr lang="en-US" sz="2700" dirty="0"/>
          </a:p>
        </p:txBody>
      </p:sp>
      <p:sp>
        <p:nvSpPr>
          <p:cNvPr id="85" name="Text 82"/>
          <p:cNvSpPr/>
          <p:nvPr/>
        </p:nvSpPr>
        <p:spPr>
          <a:xfrm>
            <a:off x="166421" y="4927473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ん</a:t>
            </a:r>
            <a:endParaRPr lang="en-US" sz="2700" dirty="0"/>
          </a:p>
        </p:txBody>
      </p:sp>
      <p:sp>
        <p:nvSpPr>
          <p:cNvPr id="86" name="Text 83"/>
          <p:cNvSpPr/>
          <p:nvPr/>
        </p:nvSpPr>
        <p:spPr>
          <a:xfrm>
            <a:off x="126187" y="294437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お</a:t>
            </a:r>
            <a:endParaRPr lang="en-US" sz="2700" dirty="0"/>
          </a:p>
        </p:txBody>
      </p:sp>
      <p:sp>
        <p:nvSpPr>
          <p:cNvPr id="87" name="Text 84"/>
          <p:cNvSpPr/>
          <p:nvPr/>
        </p:nvSpPr>
        <p:spPr>
          <a:xfrm>
            <a:off x="126187" y="699059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88" name="Text 85"/>
          <p:cNvSpPr/>
          <p:nvPr/>
        </p:nvSpPr>
        <p:spPr>
          <a:xfrm>
            <a:off x="126187" y="1103681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し</a:t>
            </a:r>
            <a:endParaRPr lang="en-US" sz="2700" dirty="0"/>
          </a:p>
        </p:txBody>
      </p:sp>
      <p:sp>
        <p:nvSpPr>
          <p:cNvPr id="89" name="Text 86"/>
          <p:cNvSpPr/>
          <p:nvPr/>
        </p:nvSpPr>
        <p:spPr>
          <a:xfrm>
            <a:off x="126187" y="1508303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90" name="Text 87"/>
          <p:cNvSpPr/>
          <p:nvPr/>
        </p:nvSpPr>
        <p:spPr>
          <a:xfrm>
            <a:off x="126187" y="1912925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ホ</a:t>
            </a:r>
            <a:endParaRPr lang="en-US" sz="2700" dirty="0"/>
          </a:p>
        </p:txBody>
      </p:sp>
      <p:sp>
        <p:nvSpPr>
          <p:cNvPr id="91" name="Text 88"/>
          <p:cNvSpPr/>
          <p:nvPr/>
        </p:nvSpPr>
        <p:spPr>
          <a:xfrm>
            <a:off x="126187" y="2317547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92" name="Text 89"/>
          <p:cNvSpPr/>
          <p:nvPr/>
        </p:nvSpPr>
        <p:spPr>
          <a:xfrm>
            <a:off x="126187" y="2621013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ト</a:t>
            </a:r>
            <a:endParaRPr lang="en-US" sz="2700" dirty="0"/>
          </a:p>
        </p:txBody>
      </p:sp>
      <p:sp>
        <p:nvSpPr>
          <p:cNvPr id="93" name="Text 90"/>
          <p:cNvSpPr/>
          <p:nvPr/>
        </p:nvSpPr>
        <p:spPr>
          <a:xfrm>
            <a:off x="126187" y="3025635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ド</a:t>
            </a:r>
            <a:endParaRPr lang="en-US" sz="2700" dirty="0"/>
          </a:p>
        </p:txBody>
      </p:sp>
      <p:sp>
        <p:nvSpPr>
          <p:cNvPr id="94" name="Text 91"/>
          <p:cNvSpPr/>
          <p:nvPr/>
        </p:nvSpPr>
        <p:spPr>
          <a:xfrm>
            <a:off x="126187" y="3430257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95" name="Text 92"/>
          <p:cNvSpPr/>
          <p:nvPr/>
        </p:nvSpPr>
        <p:spPr>
          <a:xfrm>
            <a:off x="126187" y="3733724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ク</a:t>
            </a:r>
            <a:endParaRPr lang="en-US" sz="2700" dirty="0"/>
          </a:p>
        </p:txBody>
      </p:sp>
      <p:sp>
        <p:nvSpPr>
          <p:cNvPr id="96" name="Text 93"/>
          <p:cNvSpPr/>
          <p:nvPr/>
        </p:nvSpPr>
        <p:spPr>
          <a:xfrm>
            <a:off x="126187" y="4138346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屋</a:t>
            </a:r>
            <a:endParaRPr lang="en-US" sz="2700" dirty="0"/>
          </a:p>
        </p:txBody>
      </p:sp>
      <p:sp>
        <p:nvSpPr>
          <p:cNvPr id="97" name="Text 94"/>
          <p:cNvSpPr/>
          <p:nvPr/>
        </p:nvSpPr>
        <p:spPr>
          <a:xfrm>
            <a:off x="126187" y="4542968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さ</a:t>
            </a:r>
            <a:endParaRPr lang="en-US" sz="2700" dirty="0"/>
          </a:p>
        </p:txBody>
      </p:sp>
      <p:sp>
        <p:nvSpPr>
          <p:cNvPr id="98" name="Text 95"/>
          <p:cNvSpPr/>
          <p:nvPr/>
        </p:nvSpPr>
        <p:spPr>
          <a:xfrm>
            <a:off x="126187" y="4947590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ん</a:t>
            </a:r>
            <a:endParaRPr lang="en-US" sz="2700" dirty="0"/>
          </a:p>
        </p:txBody>
      </p:sp>
      <p:sp>
        <p:nvSpPr>
          <p:cNvPr id="99" name="Text 96"/>
          <p:cNvSpPr/>
          <p:nvPr/>
        </p:nvSpPr>
        <p:spPr>
          <a:xfrm>
            <a:off x="146304" y="294437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お</a:t>
            </a:r>
            <a:endParaRPr lang="en-US" sz="2700" dirty="0"/>
          </a:p>
        </p:txBody>
      </p:sp>
      <p:sp>
        <p:nvSpPr>
          <p:cNvPr id="100" name="Text 97"/>
          <p:cNvSpPr/>
          <p:nvPr/>
        </p:nvSpPr>
        <p:spPr>
          <a:xfrm>
            <a:off x="146304" y="699059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101" name="Text 98"/>
          <p:cNvSpPr/>
          <p:nvPr/>
        </p:nvSpPr>
        <p:spPr>
          <a:xfrm>
            <a:off x="146304" y="1103681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し</a:t>
            </a:r>
            <a:endParaRPr lang="en-US" sz="2700" dirty="0"/>
          </a:p>
        </p:txBody>
      </p:sp>
      <p:sp>
        <p:nvSpPr>
          <p:cNvPr id="102" name="Text 99"/>
          <p:cNvSpPr/>
          <p:nvPr/>
        </p:nvSpPr>
        <p:spPr>
          <a:xfrm>
            <a:off x="146304" y="1508303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103" name="Text 100"/>
          <p:cNvSpPr/>
          <p:nvPr/>
        </p:nvSpPr>
        <p:spPr>
          <a:xfrm>
            <a:off x="146304" y="1912925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ホ</a:t>
            </a:r>
            <a:endParaRPr lang="en-US" sz="2700" dirty="0"/>
          </a:p>
        </p:txBody>
      </p:sp>
      <p:sp>
        <p:nvSpPr>
          <p:cNvPr id="104" name="Text 101"/>
          <p:cNvSpPr/>
          <p:nvPr/>
        </p:nvSpPr>
        <p:spPr>
          <a:xfrm>
            <a:off x="146304" y="2317547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105" name="Text 102"/>
          <p:cNvSpPr/>
          <p:nvPr/>
        </p:nvSpPr>
        <p:spPr>
          <a:xfrm>
            <a:off x="146304" y="2621013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ト</a:t>
            </a:r>
            <a:endParaRPr lang="en-US" sz="2700" dirty="0"/>
          </a:p>
        </p:txBody>
      </p:sp>
      <p:sp>
        <p:nvSpPr>
          <p:cNvPr id="106" name="Text 103"/>
          <p:cNvSpPr/>
          <p:nvPr/>
        </p:nvSpPr>
        <p:spPr>
          <a:xfrm>
            <a:off x="146304" y="3025635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ド</a:t>
            </a:r>
            <a:endParaRPr lang="en-US" sz="2700" dirty="0"/>
          </a:p>
        </p:txBody>
      </p:sp>
      <p:sp>
        <p:nvSpPr>
          <p:cNvPr id="107" name="Text 104"/>
          <p:cNvSpPr/>
          <p:nvPr/>
        </p:nvSpPr>
        <p:spPr>
          <a:xfrm>
            <a:off x="146304" y="3430257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108" name="Text 105"/>
          <p:cNvSpPr/>
          <p:nvPr/>
        </p:nvSpPr>
        <p:spPr>
          <a:xfrm>
            <a:off x="146304" y="3733724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ク</a:t>
            </a:r>
            <a:endParaRPr lang="en-US" sz="2700" dirty="0"/>
          </a:p>
        </p:txBody>
      </p:sp>
      <p:sp>
        <p:nvSpPr>
          <p:cNvPr id="109" name="Text 106"/>
          <p:cNvSpPr/>
          <p:nvPr/>
        </p:nvSpPr>
        <p:spPr>
          <a:xfrm>
            <a:off x="146304" y="4138346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屋</a:t>
            </a:r>
            <a:endParaRPr lang="en-US" sz="2700" dirty="0"/>
          </a:p>
        </p:txBody>
      </p:sp>
      <p:sp>
        <p:nvSpPr>
          <p:cNvPr id="110" name="Text 107"/>
          <p:cNvSpPr/>
          <p:nvPr/>
        </p:nvSpPr>
        <p:spPr>
          <a:xfrm>
            <a:off x="146304" y="4542968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さ</a:t>
            </a:r>
            <a:endParaRPr lang="en-US" sz="2700" dirty="0"/>
          </a:p>
        </p:txBody>
      </p:sp>
      <p:sp>
        <p:nvSpPr>
          <p:cNvPr id="111" name="Text 108"/>
          <p:cNvSpPr/>
          <p:nvPr/>
        </p:nvSpPr>
        <p:spPr>
          <a:xfrm>
            <a:off x="146304" y="4947590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ん</a:t>
            </a:r>
            <a:endParaRPr lang="en-US" sz="2700" dirty="0"/>
          </a:p>
        </p:txBody>
      </p:sp>
      <p:sp>
        <p:nvSpPr>
          <p:cNvPr id="112" name="Text 109"/>
          <p:cNvSpPr/>
          <p:nvPr/>
        </p:nvSpPr>
        <p:spPr>
          <a:xfrm>
            <a:off x="166421" y="294437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お</a:t>
            </a:r>
            <a:endParaRPr lang="en-US" sz="2700" dirty="0"/>
          </a:p>
        </p:txBody>
      </p:sp>
      <p:sp>
        <p:nvSpPr>
          <p:cNvPr id="113" name="Text 110"/>
          <p:cNvSpPr/>
          <p:nvPr/>
        </p:nvSpPr>
        <p:spPr>
          <a:xfrm>
            <a:off x="166421" y="699059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114" name="Text 111"/>
          <p:cNvSpPr/>
          <p:nvPr/>
        </p:nvSpPr>
        <p:spPr>
          <a:xfrm>
            <a:off x="166421" y="1103681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し</a:t>
            </a:r>
            <a:endParaRPr lang="en-US" sz="2700" dirty="0"/>
          </a:p>
        </p:txBody>
      </p:sp>
      <p:sp>
        <p:nvSpPr>
          <p:cNvPr id="115" name="Text 112"/>
          <p:cNvSpPr/>
          <p:nvPr/>
        </p:nvSpPr>
        <p:spPr>
          <a:xfrm>
            <a:off x="166421" y="1508303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116" name="Text 113"/>
          <p:cNvSpPr/>
          <p:nvPr/>
        </p:nvSpPr>
        <p:spPr>
          <a:xfrm>
            <a:off x="166421" y="1912925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ホ</a:t>
            </a:r>
            <a:endParaRPr lang="en-US" sz="2700" dirty="0"/>
          </a:p>
        </p:txBody>
      </p:sp>
      <p:sp>
        <p:nvSpPr>
          <p:cNvPr id="117" name="Text 114"/>
          <p:cNvSpPr/>
          <p:nvPr/>
        </p:nvSpPr>
        <p:spPr>
          <a:xfrm>
            <a:off x="166421" y="2317547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118" name="Text 115"/>
          <p:cNvSpPr/>
          <p:nvPr/>
        </p:nvSpPr>
        <p:spPr>
          <a:xfrm>
            <a:off x="166421" y="2621013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ト</a:t>
            </a:r>
            <a:endParaRPr lang="en-US" sz="2700" dirty="0"/>
          </a:p>
        </p:txBody>
      </p:sp>
      <p:sp>
        <p:nvSpPr>
          <p:cNvPr id="119" name="Text 116"/>
          <p:cNvSpPr/>
          <p:nvPr/>
        </p:nvSpPr>
        <p:spPr>
          <a:xfrm>
            <a:off x="166421" y="3025635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ド</a:t>
            </a:r>
            <a:endParaRPr lang="en-US" sz="2700" dirty="0"/>
          </a:p>
        </p:txBody>
      </p:sp>
      <p:sp>
        <p:nvSpPr>
          <p:cNvPr id="120" name="Text 117"/>
          <p:cNvSpPr/>
          <p:nvPr/>
        </p:nvSpPr>
        <p:spPr>
          <a:xfrm>
            <a:off x="166421" y="3430257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121" name="Text 118"/>
          <p:cNvSpPr/>
          <p:nvPr/>
        </p:nvSpPr>
        <p:spPr>
          <a:xfrm>
            <a:off x="166421" y="3733724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ク</a:t>
            </a:r>
            <a:endParaRPr lang="en-US" sz="2700" dirty="0"/>
          </a:p>
        </p:txBody>
      </p:sp>
      <p:sp>
        <p:nvSpPr>
          <p:cNvPr id="122" name="Text 119"/>
          <p:cNvSpPr/>
          <p:nvPr/>
        </p:nvSpPr>
        <p:spPr>
          <a:xfrm>
            <a:off x="166421" y="4138346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屋</a:t>
            </a:r>
            <a:endParaRPr lang="en-US" sz="2700" dirty="0"/>
          </a:p>
        </p:txBody>
      </p:sp>
      <p:sp>
        <p:nvSpPr>
          <p:cNvPr id="123" name="Text 120"/>
          <p:cNvSpPr/>
          <p:nvPr/>
        </p:nvSpPr>
        <p:spPr>
          <a:xfrm>
            <a:off x="166421" y="4542968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さ</a:t>
            </a:r>
            <a:endParaRPr lang="en-US" sz="2700" dirty="0"/>
          </a:p>
        </p:txBody>
      </p:sp>
      <p:sp>
        <p:nvSpPr>
          <p:cNvPr id="124" name="Text 121"/>
          <p:cNvSpPr/>
          <p:nvPr/>
        </p:nvSpPr>
        <p:spPr>
          <a:xfrm>
            <a:off x="166421" y="4947590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ん</a:t>
            </a:r>
            <a:endParaRPr lang="en-US" sz="2700" dirty="0"/>
          </a:p>
        </p:txBody>
      </p:sp>
      <p:sp>
        <p:nvSpPr>
          <p:cNvPr id="125" name="Text 122"/>
          <p:cNvSpPr/>
          <p:nvPr/>
        </p:nvSpPr>
        <p:spPr>
          <a:xfrm>
            <a:off x="146304" y="274320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お</a:t>
            </a:r>
            <a:endParaRPr lang="en-US" sz="2700" dirty="0"/>
          </a:p>
        </p:txBody>
      </p:sp>
      <p:sp>
        <p:nvSpPr>
          <p:cNvPr id="126" name="Text 123"/>
          <p:cNvSpPr/>
          <p:nvPr/>
        </p:nvSpPr>
        <p:spPr>
          <a:xfrm>
            <a:off x="146304" y="678942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127" name="Text 124"/>
          <p:cNvSpPr/>
          <p:nvPr/>
        </p:nvSpPr>
        <p:spPr>
          <a:xfrm>
            <a:off x="146304" y="1083564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し</a:t>
            </a:r>
            <a:endParaRPr lang="en-US" sz="2700" dirty="0"/>
          </a:p>
        </p:txBody>
      </p:sp>
      <p:sp>
        <p:nvSpPr>
          <p:cNvPr id="128" name="Text 125"/>
          <p:cNvSpPr/>
          <p:nvPr/>
        </p:nvSpPr>
        <p:spPr>
          <a:xfrm>
            <a:off x="146304" y="1488186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129" name="Text 126"/>
          <p:cNvSpPr/>
          <p:nvPr/>
        </p:nvSpPr>
        <p:spPr>
          <a:xfrm>
            <a:off x="146304" y="1892808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ホ</a:t>
            </a:r>
            <a:endParaRPr lang="en-US" sz="2700" dirty="0"/>
          </a:p>
        </p:txBody>
      </p:sp>
      <p:sp>
        <p:nvSpPr>
          <p:cNvPr id="130" name="Text 127"/>
          <p:cNvSpPr/>
          <p:nvPr/>
        </p:nvSpPr>
        <p:spPr>
          <a:xfrm>
            <a:off x="146304" y="2297430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131" name="Text 128"/>
          <p:cNvSpPr/>
          <p:nvPr/>
        </p:nvSpPr>
        <p:spPr>
          <a:xfrm>
            <a:off x="146304" y="2600897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ト</a:t>
            </a:r>
            <a:endParaRPr lang="en-US" sz="2700" dirty="0"/>
          </a:p>
        </p:txBody>
      </p:sp>
      <p:sp>
        <p:nvSpPr>
          <p:cNvPr id="132" name="Text 129"/>
          <p:cNvSpPr/>
          <p:nvPr/>
        </p:nvSpPr>
        <p:spPr>
          <a:xfrm>
            <a:off x="146304" y="3005519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ド</a:t>
            </a:r>
            <a:endParaRPr lang="en-US" sz="2700" dirty="0"/>
          </a:p>
        </p:txBody>
      </p:sp>
      <p:sp>
        <p:nvSpPr>
          <p:cNvPr id="133" name="Text 130"/>
          <p:cNvSpPr/>
          <p:nvPr/>
        </p:nvSpPr>
        <p:spPr>
          <a:xfrm>
            <a:off x="146304" y="3410140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134" name="Text 131"/>
          <p:cNvSpPr/>
          <p:nvPr/>
        </p:nvSpPr>
        <p:spPr>
          <a:xfrm>
            <a:off x="146304" y="3713607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ク</a:t>
            </a:r>
            <a:endParaRPr lang="en-US" sz="2700" dirty="0"/>
          </a:p>
        </p:txBody>
      </p:sp>
      <p:sp>
        <p:nvSpPr>
          <p:cNvPr id="135" name="Text 132"/>
          <p:cNvSpPr/>
          <p:nvPr/>
        </p:nvSpPr>
        <p:spPr>
          <a:xfrm>
            <a:off x="146304" y="4118229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屋</a:t>
            </a:r>
            <a:endParaRPr lang="en-US" sz="2700" dirty="0"/>
          </a:p>
        </p:txBody>
      </p:sp>
      <p:sp>
        <p:nvSpPr>
          <p:cNvPr id="136" name="Text 133"/>
          <p:cNvSpPr/>
          <p:nvPr/>
        </p:nvSpPr>
        <p:spPr>
          <a:xfrm>
            <a:off x="146304" y="4522851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さ</a:t>
            </a:r>
            <a:endParaRPr lang="en-US" sz="2700" dirty="0"/>
          </a:p>
        </p:txBody>
      </p:sp>
      <p:sp>
        <p:nvSpPr>
          <p:cNvPr id="137" name="Text 134"/>
          <p:cNvSpPr/>
          <p:nvPr/>
        </p:nvSpPr>
        <p:spPr>
          <a:xfrm>
            <a:off x="146304" y="4927473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ん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2026-09-26T02:53:50Z</dcterms:created>
  <dcterms:modified xsi:type="dcterms:W3CDTF">2026-09-26T02:53:50Z</dcterms:modified>
</cp:coreProperties>
</file>