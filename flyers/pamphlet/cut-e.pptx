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486400" cy="5486400"/>
  <p:notesSz cx="54864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lyers/pamphlet/_assets/hosei-patte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5486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8348" y="-16002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4" name="Text 1"/>
          <p:cNvSpPr/>
          <p:nvPr/>
        </p:nvSpPr>
        <p:spPr>
          <a:xfrm>
            <a:off x="566928" y="-16002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5" name="Text 2"/>
          <p:cNvSpPr/>
          <p:nvPr/>
        </p:nvSpPr>
        <p:spPr>
          <a:xfrm>
            <a:off x="635508" y="-16002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6" name="Text 3"/>
          <p:cNvSpPr/>
          <p:nvPr/>
        </p:nvSpPr>
        <p:spPr>
          <a:xfrm>
            <a:off x="498348" y="-9144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7" name="Text 4"/>
          <p:cNvSpPr/>
          <p:nvPr/>
        </p:nvSpPr>
        <p:spPr>
          <a:xfrm>
            <a:off x="635508" y="-9144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8" name="Text 5"/>
          <p:cNvSpPr/>
          <p:nvPr/>
        </p:nvSpPr>
        <p:spPr>
          <a:xfrm>
            <a:off x="498348" y="-2286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9" name="Text 6"/>
          <p:cNvSpPr/>
          <p:nvPr/>
        </p:nvSpPr>
        <p:spPr>
          <a:xfrm>
            <a:off x="566928" y="-2286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10" name="Text 7"/>
          <p:cNvSpPr/>
          <p:nvPr/>
        </p:nvSpPr>
        <p:spPr>
          <a:xfrm>
            <a:off x="635508" y="-2286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11" name="Text 8"/>
          <p:cNvSpPr/>
          <p:nvPr/>
        </p:nvSpPr>
        <p:spPr>
          <a:xfrm>
            <a:off x="566928" y="-91440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1A1A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保</a:t>
            </a:r>
            <a:endParaRPr lang="en-US" sz="20000" dirty="0"/>
          </a:p>
        </p:txBody>
      </p:sp>
      <p:sp>
        <p:nvSpPr>
          <p:cNvPr id="12" name="Text 9"/>
          <p:cNvSpPr/>
          <p:nvPr/>
        </p:nvSpPr>
        <p:spPr>
          <a:xfrm>
            <a:off x="498348" y="260146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13" name="Text 10"/>
          <p:cNvSpPr/>
          <p:nvPr/>
        </p:nvSpPr>
        <p:spPr>
          <a:xfrm>
            <a:off x="566928" y="260146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14" name="Text 11"/>
          <p:cNvSpPr/>
          <p:nvPr/>
        </p:nvSpPr>
        <p:spPr>
          <a:xfrm>
            <a:off x="635508" y="260146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15" name="Text 12"/>
          <p:cNvSpPr/>
          <p:nvPr/>
        </p:nvSpPr>
        <p:spPr>
          <a:xfrm>
            <a:off x="498348" y="267004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16" name="Text 13"/>
          <p:cNvSpPr/>
          <p:nvPr/>
        </p:nvSpPr>
        <p:spPr>
          <a:xfrm>
            <a:off x="635508" y="267004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17" name="Text 14"/>
          <p:cNvSpPr/>
          <p:nvPr/>
        </p:nvSpPr>
        <p:spPr>
          <a:xfrm>
            <a:off x="498348" y="273862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18" name="Text 15"/>
          <p:cNvSpPr/>
          <p:nvPr/>
        </p:nvSpPr>
        <p:spPr>
          <a:xfrm>
            <a:off x="566928" y="273862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19" name="Text 16"/>
          <p:cNvSpPr/>
          <p:nvPr/>
        </p:nvSpPr>
        <p:spPr>
          <a:xfrm>
            <a:off x="635508" y="273862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20" name="Text 17"/>
          <p:cNvSpPr/>
          <p:nvPr/>
        </p:nvSpPr>
        <p:spPr>
          <a:xfrm>
            <a:off x="566928" y="2670048"/>
            <a:ext cx="4572000" cy="2788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A1A1A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成</a:t>
            </a:r>
            <a:endParaRPr lang="en-US" sz="20000" dirty="0"/>
          </a:p>
        </p:txBody>
      </p:sp>
      <p:sp>
        <p:nvSpPr>
          <p:cNvPr id="21" name="Text 18"/>
          <p:cNvSpPr/>
          <p:nvPr/>
        </p:nvSpPr>
        <p:spPr>
          <a:xfrm>
            <a:off x="126187" y="25420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22" name="Text 19"/>
          <p:cNvSpPr/>
          <p:nvPr/>
        </p:nvSpPr>
        <p:spPr>
          <a:xfrm>
            <a:off x="126187" y="65882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23" name="Text 20"/>
          <p:cNvSpPr/>
          <p:nvPr/>
        </p:nvSpPr>
        <p:spPr>
          <a:xfrm>
            <a:off x="126187" y="106344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24" name="Text 21"/>
          <p:cNvSpPr/>
          <p:nvPr/>
        </p:nvSpPr>
        <p:spPr>
          <a:xfrm>
            <a:off x="126187" y="146806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25" name="Text 22"/>
          <p:cNvSpPr/>
          <p:nvPr/>
        </p:nvSpPr>
        <p:spPr>
          <a:xfrm>
            <a:off x="126187" y="187269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26" name="Text 23"/>
          <p:cNvSpPr/>
          <p:nvPr/>
        </p:nvSpPr>
        <p:spPr>
          <a:xfrm>
            <a:off x="126187" y="2277313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126187" y="258078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28" name="Text 25"/>
          <p:cNvSpPr/>
          <p:nvPr/>
        </p:nvSpPr>
        <p:spPr>
          <a:xfrm>
            <a:off x="126187" y="298540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29" name="Text 26"/>
          <p:cNvSpPr/>
          <p:nvPr/>
        </p:nvSpPr>
        <p:spPr>
          <a:xfrm>
            <a:off x="126187" y="3390024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126187" y="369349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31" name="Text 28"/>
          <p:cNvSpPr/>
          <p:nvPr/>
        </p:nvSpPr>
        <p:spPr>
          <a:xfrm>
            <a:off x="126187" y="409811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32" name="Text 29"/>
          <p:cNvSpPr/>
          <p:nvPr/>
        </p:nvSpPr>
        <p:spPr>
          <a:xfrm>
            <a:off x="126187" y="450273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33" name="Text 30"/>
          <p:cNvSpPr/>
          <p:nvPr/>
        </p:nvSpPr>
        <p:spPr>
          <a:xfrm>
            <a:off x="126187" y="490735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34" name="Text 31"/>
          <p:cNvSpPr/>
          <p:nvPr/>
        </p:nvSpPr>
        <p:spPr>
          <a:xfrm>
            <a:off x="146304" y="25420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35" name="Text 32"/>
          <p:cNvSpPr/>
          <p:nvPr/>
        </p:nvSpPr>
        <p:spPr>
          <a:xfrm>
            <a:off x="146304" y="65882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36" name="Text 33"/>
          <p:cNvSpPr/>
          <p:nvPr/>
        </p:nvSpPr>
        <p:spPr>
          <a:xfrm>
            <a:off x="146304" y="106344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37" name="Text 34"/>
          <p:cNvSpPr/>
          <p:nvPr/>
        </p:nvSpPr>
        <p:spPr>
          <a:xfrm>
            <a:off x="146304" y="146806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38" name="Text 35"/>
          <p:cNvSpPr/>
          <p:nvPr/>
        </p:nvSpPr>
        <p:spPr>
          <a:xfrm>
            <a:off x="146304" y="187269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39" name="Text 36"/>
          <p:cNvSpPr/>
          <p:nvPr/>
        </p:nvSpPr>
        <p:spPr>
          <a:xfrm>
            <a:off x="146304" y="2277313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146304" y="258078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41" name="Text 38"/>
          <p:cNvSpPr/>
          <p:nvPr/>
        </p:nvSpPr>
        <p:spPr>
          <a:xfrm>
            <a:off x="146304" y="298540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42" name="Text 39"/>
          <p:cNvSpPr/>
          <p:nvPr/>
        </p:nvSpPr>
        <p:spPr>
          <a:xfrm>
            <a:off x="146304" y="3390024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146304" y="369349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44" name="Text 41"/>
          <p:cNvSpPr/>
          <p:nvPr/>
        </p:nvSpPr>
        <p:spPr>
          <a:xfrm>
            <a:off x="146304" y="409811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45" name="Text 42"/>
          <p:cNvSpPr/>
          <p:nvPr/>
        </p:nvSpPr>
        <p:spPr>
          <a:xfrm>
            <a:off x="146304" y="450273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46" name="Text 43"/>
          <p:cNvSpPr/>
          <p:nvPr/>
        </p:nvSpPr>
        <p:spPr>
          <a:xfrm>
            <a:off x="146304" y="490735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47" name="Text 44"/>
          <p:cNvSpPr/>
          <p:nvPr/>
        </p:nvSpPr>
        <p:spPr>
          <a:xfrm>
            <a:off x="166421" y="25420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48" name="Text 45"/>
          <p:cNvSpPr/>
          <p:nvPr/>
        </p:nvSpPr>
        <p:spPr>
          <a:xfrm>
            <a:off x="166421" y="65882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49" name="Text 46"/>
          <p:cNvSpPr/>
          <p:nvPr/>
        </p:nvSpPr>
        <p:spPr>
          <a:xfrm>
            <a:off x="166421" y="106344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50" name="Text 47"/>
          <p:cNvSpPr/>
          <p:nvPr/>
        </p:nvSpPr>
        <p:spPr>
          <a:xfrm>
            <a:off x="166421" y="146806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51" name="Text 48"/>
          <p:cNvSpPr/>
          <p:nvPr/>
        </p:nvSpPr>
        <p:spPr>
          <a:xfrm>
            <a:off x="166421" y="187269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52" name="Text 49"/>
          <p:cNvSpPr/>
          <p:nvPr/>
        </p:nvSpPr>
        <p:spPr>
          <a:xfrm>
            <a:off x="166421" y="2277313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53" name="Text 50"/>
          <p:cNvSpPr/>
          <p:nvPr/>
        </p:nvSpPr>
        <p:spPr>
          <a:xfrm>
            <a:off x="166421" y="258078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54" name="Text 51"/>
          <p:cNvSpPr/>
          <p:nvPr/>
        </p:nvSpPr>
        <p:spPr>
          <a:xfrm>
            <a:off x="166421" y="298540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55" name="Text 52"/>
          <p:cNvSpPr/>
          <p:nvPr/>
        </p:nvSpPr>
        <p:spPr>
          <a:xfrm>
            <a:off x="166421" y="3390024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56" name="Text 53"/>
          <p:cNvSpPr/>
          <p:nvPr/>
        </p:nvSpPr>
        <p:spPr>
          <a:xfrm>
            <a:off x="166421" y="369349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57" name="Text 54"/>
          <p:cNvSpPr/>
          <p:nvPr/>
        </p:nvSpPr>
        <p:spPr>
          <a:xfrm>
            <a:off x="166421" y="409811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58" name="Text 55"/>
          <p:cNvSpPr/>
          <p:nvPr/>
        </p:nvSpPr>
        <p:spPr>
          <a:xfrm>
            <a:off x="166421" y="450273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59" name="Text 56"/>
          <p:cNvSpPr/>
          <p:nvPr/>
        </p:nvSpPr>
        <p:spPr>
          <a:xfrm>
            <a:off x="166421" y="490735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60" name="Text 57"/>
          <p:cNvSpPr/>
          <p:nvPr/>
        </p:nvSpPr>
        <p:spPr>
          <a:xfrm>
            <a:off x="126187" y="27432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61" name="Text 58"/>
          <p:cNvSpPr/>
          <p:nvPr/>
        </p:nvSpPr>
        <p:spPr>
          <a:xfrm>
            <a:off x="126187" y="67894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62" name="Text 59"/>
          <p:cNvSpPr/>
          <p:nvPr/>
        </p:nvSpPr>
        <p:spPr>
          <a:xfrm>
            <a:off x="126187" y="108356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63" name="Text 60"/>
          <p:cNvSpPr/>
          <p:nvPr/>
        </p:nvSpPr>
        <p:spPr>
          <a:xfrm>
            <a:off x="126187" y="148818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64" name="Text 61"/>
          <p:cNvSpPr/>
          <p:nvPr/>
        </p:nvSpPr>
        <p:spPr>
          <a:xfrm>
            <a:off x="126187" y="1892808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65" name="Text 62"/>
          <p:cNvSpPr/>
          <p:nvPr/>
        </p:nvSpPr>
        <p:spPr>
          <a:xfrm>
            <a:off x="126187" y="2297430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66" name="Text 63"/>
          <p:cNvSpPr/>
          <p:nvPr/>
        </p:nvSpPr>
        <p:spPr>
          <a:xfrm>
            <a:off x="126187" y="260089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67" name="Text 64"/>
          <p:cNvSpPr/>
          <p:nvPr/>
        </p:nvSpPr>
        <p:spPr>
          <a:xfrm>
            <a:off x="126187" y="300551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68" name="Text 65"/>
          <p:cNvSpPr/>
          <p:nvPr/>
        </p:nvSpPr>
        <p:spPr>
          <a:xfrm>
            <a:off x="126187" y="3410140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69" name="Text 66"/>
          <p:cNvSpPr/>
          <p:nvPr/>
        </p:nvSpPr>
        <p:spPr>
          <a:xfrm>
            <a:off x="126187" y="371360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70" name="Text 67"/>
          <p:cNvSpPr/>
          <p:nvPr/>
        </p:nvSpPr>
        <p:spPr>
          <a:xfrm>
            <a:off x="126187" y="411822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71" name="Text 68"/>
          <p:cNvSpPr/>
          <p:nvPr/>
        </p:nvSpPr>
        <p:spPr>
          <a:xfrm>
            <a:off x="126187" y="452285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72" name="Text 69"/>
          <p:cNvSpPr/>
          <p:nvPr/>
        </p:nvSpPr>
        <p:spPr>
          <a:xfrm>
            <a:off x="126187" y="492747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73" name="Text 70"/>
          <p:cNvSpPr/>
          <p:nvPr/>
        </p:nvSpPr>
        <p:spPr>
          <a:xfrm>
            <a:off x="166421" y="27432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74" name="Text 71"/>
          <p:cNvSpPr/>
          <p:nvPr/>
        </p:nvSpPr>
        <p:spPr>
          <a:xfrm>
            <a:off x="166421" y="67894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75" name="Text 72"/>
          <p:cNvSpPr/>
          <p:nvPr/>
        </p:nvSpPr>
        <p:spPr>
          <a:xfrm>
            <a:off x="166421" y="108356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76" name="Text 73"/>
          <p:cNvSpPr/>
          <p:nvPr/>
        </p:nvSpPr>
        <p:spPr>
          <a:xfrm>
            <a:off x="166421" y="148818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77" name="Text 74"/>
          <p:cNvSpPr/>
          <p:nvPr/>
        </p:nvSpPr>
        <p:spPr>
          <a:xfrm>
            <a:off x="166421" y="1892808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78" name="Text 75"/>
          <p:cNvSpPr/>
          <p:nvPr/>
        </p:nvSpPr>
        <p:spPr>
          <a:xfrm>
            <a:off x="166421" y="2297430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79" name="Text 76"/>
          <p:cNvSpPr/>
          <p:nvPr/>
        </p:nvSpPr>
        <p:spPr>
          <a:xfrm>
            <a:off x="166421" y="260089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80" name="Text 77"/>
          <p:cNvSpPr/>
          <p:nvPr/>
        </p:nvSpPr>
        <p:spPr>
          <a:xfrm>
            <a:off x="166421" y="300551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81" name="Text 78"/>
          <p:cNvSpPr/>
          <p:nvPr/>
        </p:nvSpPr>
        <p:spPr>
          <a:xfrm>
            <a:off x="166421" y="3410140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82" name="Text 79"/>
          <p:cNvSpPr/>
          <p:nvPr/>
        </p:nvSpPr>
        <p:spPr>
          <a:xfrm>
            <a:off x="166421" y="371360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83" name="Text 80"/>
          <p:cNvSpPr/>
          <p:nvPr/>
        </p:nvSpPr>
        <p:spPr>
          <a:xfrm>
            <a:off x="166421" y="411822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84" name="Text 81"/>
          <p:cNvSpPr/>
          <p:nvPr/>
        </p:nvSpPr>
        <p:spPr>
          <a:xfrm>
            <a:off x="166421" y="452285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85" name="Text 82"/>
          <p:cNvSpPr/>
          <p:nvPr/>
        </p:nvSpPr>
        <p:spPr>
          <a:xfrm>
            <a:off x="166421" y="492747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86" name="Text 83"/>
          <p:cNvSpPr/>
          <p:nvPr/>
        </p:nvSpPr>
        <p:spPr>
          <a:xfrm>
            <a:off x="126187" y="29443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87" name="Text 84"/>
          <p:cNvSpPr/>
          <p:nvPr/>
        </p:nvSpPr>
        <p:spPr>
          <a:xfrm>
            <a:off x="126187" y="69905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88" name="Text 85"/>
          <p:cNvSpPr/>
          <p:nvPr/>
        </p:nvSpPr>
        <p:spPr>
          <a:xfrm>
            <a:off x="126187" y="110368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89" name="Text 86"/>
          <p:cNvSpPr/>
          <p:nvPr/>
        </p:nvSpPr>
        <p:spPr>
          <a:xfrm>
            <a:off x="126187" y="150830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90" name="Text 87"/>
          <p:cNvSpPr/>
          <p:nvPr/>
        </p:nvSpPr>
        <p:spPr>
          <a:xfrm>
            <a:off x="126187" y="191292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91" name="Text 88"/>
          <p:cNvSpPr/>
          <p:nvPr/>
        </p:nvSpPr>
        <p:spPr>
          <a:xfrm>
            <a:off x="126187" y="2317547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92" name="Text 89"/>
          <p:cNvSpPr/>
          <p:nvPr/>
        </p:nvSpPr>
        <p:spPr>
          <a:xfrm>
            <a:off x="126187" y="262101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93" name="Text 90"/>
          <p:cNvSpPr/>
          <p:nvPr/>
        </p:nvSpPr>
        <p:spPr>
          <a:xfrm>
            <a:off x="126187" y="302563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94" name="Text 91"/>
          <p:cNvSpPr/>
          <p:nvPr/>
        </p:nvSpPr>
        <p:spPr>
          <a:xfrm>
            <a:off x="126187" y="3430257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95" name="Text 92"/>
          <p:cNvSpPr/>
          <p:nvPr/>
        </p:nvSpPr>
        <p:spPr>
          <a:xfrm>
            <a:off x="126187" y="373372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96" name="Text 93"/>
          <p:cNvSpPr/>
          <p:nvPr/>
        </p:nvSpPr>
        <p:spPr>
          <a:xfrm>
            <a:off x="126187" y="413834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97" name="Text 94"/>
          <p:cNvSpPr/>
          <p:nvPr/>
        </p:nvSpPr>
        <p:spPr>
          <a:xfrm>
            <a:off x="126187" y="4542968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98" name="Text 95"/>
          <p:cNvSpPr/>
          <p:nvPr/>
        </p:nvSpPr>
        <p:spPr>
          <a:xfrm>
            <a:off x="126187" y="494759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99" name="Text 96"/>
          <p:cNvSpPr/>
          <p:nvPr/>
        </p:nvSpPr>
        <p:spPr>
          <a:xfrm>
            <a:off x="146304" y="29443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100" name="Text 97"/>
          <p:cNvSpPr/>
          <p:nvPr/>
        </p:nvSpPr>
        <p:spPr>
          <a:xfrm>
            <a:off x="146304" y="69905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101" name="Text 98"/>
          <p:cNvSpPr/>
          <p:nvPr/>
        </p:nvSpPr>
        <p:spPr>
          <a:xfrm>
            <a:off x="146304" y="110368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102" name="Text 99"/>
          <p:cNvSpPr/>
          <p:nvPr/>
        </p:nvSpPr>
        <p:spPr>
          <a:xfrm>
            <a:off x="146304" y="150830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103" name="Text 100"/>
          <p:cNvSpPr/>
          <p:nvPr/>
        </p:nvSpPr>
        <p:spPr>
          <a:xfrm>
            <a:off x="146304" y="191292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104" name="Text 101"/>
          <p:cNvSpPr/>
          <p:nvPr/>
        </p:nvSpPr>
        <p:spPr>
          <a:xfrm>
            <a:off x="146304" y="2317547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105" name="Text 102"/>
          <p:cNvSpPr/>
          <p:nvPr/>
        </p:nvSpPr>
        <p:spPr>
          <a:xfrm>
            <a:off x="146304" y="262101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106" name="Text 103"/>
          <p:cNvSpPr/>
          <p:nvPr/>
        </p:nvSpPr>
        <p:spPr>
          <a:xfrm>
            <a:off x="146304" y="302563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107" name="Text 104"/>
          <p:cNvSpPr/>
          <p:nvPr/>
        </p:nvSpPr>
        <p:spPr>
          <a:xfrm>
            <a:off x="146304" y="3430257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108" name="Text 105"/>
          <p:cNvSpPr/>
          <p:nvPr/>
        </p:nvSpPr>
        <p:spPr>
          <a:xfrm>
            <a:off x="146304" y="373372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109" name="Text 106"/>
          <p:cNvSpPr/>
          <p:nvPr/>
        </p:nvSpPr>
        <p:spPr>
          <a:xfrm>
            <a:off x="146304" y="413834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110" name="Text 107"/>
          <p:cNvSpPr/>
          <p:nvPr/>
        </p:nvSpPr>
        <p:spPr>
          <a:xfrm>
            <a:off x="146304" y="4542968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111" name="Text 108"/>
          <p:cNvSpPr/>
          <p:nvPr/>
        </p:nvSpPr>
        <p:spPr>
          <a:xfrm>
            <a:off x="146304" y="494759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112" name="Text 109"/>
          <p:cNvSpPr/>
          <p:nvPr/>
        </p:nvSpPr>
        <p:spPr>
          <a:xfrm>
            <a:off x="166421" y="29443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113" name="Text 110"/>
          <p:cNvSpPr/>
          <p:nvPr/>
        </p:nvSpPr>
        <p:spPr>
          <a:xfrm>
            <a:off x="166421" y="69905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114" name="Text 111"/>
          <p:cNvSpPr/>
          <p:nvPr/>
        </p:nvSpPr>
        <p:spPr>
          <a:xfrm>
            <a:off x="166421" y="110368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115" name="Text 112"/>
          <p:cNvSpPr/>
          <p:nvPr/>
        </p:nvSpPr>
        <p:spPr>
          <a:xfrm>
            <a:off x="166421" y="150830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116" name="Text 113"/>
          <p:cNvSpPr/>
          <p:nvPr/>
        </p:nvSpPr>
        <p:spPr>
          <a:xfrm>
            <a:off x="166421" y="191292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117" name="Text 114"/>
          <p:cNvSpPr/>
          <p:nvPr/>
        </p:nvSpPr>
        <p:spPr>
          <a:xfrm>
            <a:off x="166421" y="2317547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118" name="Text 115"/>
          <p:cNvSpPr/>
          <p:nvPr/>
        </p:nvSpPr>
        <p:spPr>
          <a:xfrm>
            <a:off x="166421" y="262101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119" name="Text 116"/>
          <p:cNvSpPr/>
          <p:nvPr/>
        </p:nvSpPr>
        <p:spPr>
          <a:xfrm>
            <a:off x="166421" y="3025635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120" name="Text 117"/>
          <p:cNvSpPr/>
          <p:nvPr/>
        </p:nvSpPr>
        <p:spPr>
          <a:xfrm>
            <a:off x="166421" y="3430257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121" name="Text 118"/>
          <p:cNvSpPr/>
          <p:nvPr/>
        </p:nvSpPr>
        <p:spPr>
          <a:xfrm>
            <a:off x="166421" y="373372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122" name="Text 119"/>
          <p:cNvSpPr/>
          <p:nvPr/>
        </p:nvSpPr>
        <p:spPr>
          <a:xfrm>
            <a:off x="166421" y="413834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123" name="Text 120"/>
          <p:cNvSpPr/>
          <p:nvPr/>
        </p:nvSpPr>
        <p:spPr>
          <a:xfrm>
            <a:off x="166421" y="4542968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124" name="Text 121"/>
          <p:cNvSpPr/>
          <p:nvPr/>
        </p:nvSpPr>
        <p:spPr>
          <a:xfrm>
            <a:off x="166421" y="494759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  <p:sp>
        <p:nvSpPr>
          <p:cNvPr id="125" name="Text 122"/>
          <p:cNvSpPr/>
          <p:nvPr/>
        </p:nvSpPr>
        <p:spPr>
          <a:xfrm>
            <a:off x="146304" y="274320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お</a:t>
            </a:r>
            <a:endParaRPr lang="en-US" sz="2700" dirty="0"/>
          </a:p>
        </p:txBody>
      </p:sp>
      <p:sp>
        <p:nvSpPr>
          <p:cNvPr id="126" name="Text 123"/>
          <p:cNvSpPr/>
          <p:nvPr/>
        </p:nvSpPr>
        <p:spPr>
          <a:xfrm>
            <a:off x="146304" y="678942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127" name="Text 124"/>
          <p:cNvSpPr/>
          <p:nvPr/>
        </p:nvSpPr>
        <p:spPr>
          <a:xfrm>
            <a:off x="146304" y="1083564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し</a:t>
            </a:r>
            <a:endParaRPr lang="en-US" sz="2700" dirty="0"/>
          </a:p>
        </p:txBody>
      </p:sp>
      <p:sp>
        <p:nvSpPr>
          <p:cNvPr id="128" name="Text 125"/>
          <p:cNvSpPr/>
          <p:nvPr/>
        </p:nvSpPr>
        <p:spPr>
          <a:xfrm>
            <a:off x="146304" y="1488186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い</a:t>
            </a:r>
            <a:endParaRPr lang="en-US" sz="2700" dirty="0"/>
          </a:p>
        </p:txBody>
      </p:sp>
      <p:sp>
        <p:nvSpPr>
          <p:cNvPr id="129" name="Text 126"/>
          <p:cNvSpPr/>
          <p:nvPr/>
        </p:nvSpPr>
        <p:spPr>
          <a:xfrm>
            <a:off x="146304" y="1892808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ホ</a:t>
            </a:r>
            <a:endParaRPr lang="en-US" sz="2700" dirty="0"/>
          </a:p>
        </p:txBody>
      </p:sp>
      <p:sp>
        <p:nvSpPr>
          <p:cNvPr id="130" name="Text 127"/>
          <p:cNvSpPr/>
          <p:nvPr/>
        </p:nvSpPr>
        <p:spPr>
          <a:xfrm>
            <a:off x="146304" y="2297430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131" name="Text 128"/>
          <p:cNvSpPr/>
          <p:nvPr/>
        </p:nvSpPr>
        <p:spPr>
          <a:xfrm>
            <a:off x="146304" y="260089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ト</a:t>
            </a:r>
            <a:endParaRPr lang="en-US" sz="2700" dirty="0"/>
          </a:p>
        </p:txBody>
      </p:sp>
      <p:sp>
        <p:nvSpPr>
          <p:cNvPr id="132" name="Text 129"/>
          <p:cNvSpPr/>
          <p:nvPr/>
        </p:nvSpPr>
        <p:spPr>
          <a:xfrm>
            <a:off x="146304" y="300551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ド</a:t>
            </a:r>
            <a:endParaRPr lang="en-US" sz="2700" dirty="0"/>
          </a:p>
        </p:txBody>
      </p:sp>
      <p:sp>
        <p:nvSpPr>
          <p:cNvPr id="133" name="Text 130"/>
          <p:cNvSpPr/>
          <p:nvPr/>
        </p:nvSpPr>
        <p:spPr>
          <a:xfrm>
            <a:off x="146304" y="3410140"/>
            <a:ext cx="514350" cy="303467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ッ</a:t>
            </a:r>
            <a:endParaRPr lang="en-US" sz="2000" dirty="0"/>
          </a:p>
        </p:txBody>
      </p:sp>
      <p:sp>
        <p:nvSpPr>
          <p:cNvPr id="134" name="Text 131"/>
          <p:cNvSpPr/>
          <p:nvPr/>
        </p:nvSpPr>
        <p:spPr>
          <a:xfrm>
            <a:off x="146304" y="3713607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ク</a:t>
            </a:r>
            <a:endParaRPr lang="en-US" sz="2700" dirty="0"/>
          </a:p>
        </p:txBody>
      </p:sp>
      <p:sp>
        <p:nvSpPr>
          <p:cNvPr id="135" name="Text 132"/>
          <p:cNvSpPr/>
          <p:nvPr/>
        </p:nvSpPr>
        <p:spPr>
          <a:xfrm>
            <a:off x="146304" y="4118229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屋</a:t>
            </a:r>
            <a:endParaRPr lang="en-US" sz="2700" dirty="0"/>
          </a:p>
        </p:txBody>
      </p:sp>
      <p:sp>
        <p:nvSpPr>
          <p:cNvPr id="136" name="Text 133"/>
          <p:cNvSpPr/>
          <p:nvPr/>
        </p:nvSpPr>
        <p:spPr>
          <a:xfrm>
            <a:off x="146304" y="4522851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さ</a:t>
            </a:r>
            <a:endParaRPr lang="en-US" sz="2700" dirty="0"/>
          </a:p>
        </p:txBody>
      </p:sp>
      <p:sp>
        <p:nvSpPr>
          <p:cNvPr id="137" name="Text 134"/>
          <p:cNvSpPr/>
          <p:nvPr/>
        </p:nvSpPr>
        <p:spPr>
          <a:xfrm>
            <a:off x="146304" y="4927473"/>
            <a:ext cx="514350" cy="40462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ん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2026-09-24T08:23:23Z</dcterms:created>
  <dcterms:modified xsi:type="dcterms:W3CDTF">2026-09-24T08:23:23Z</dcterms:modified>
</cp:coreProperties>
</file>