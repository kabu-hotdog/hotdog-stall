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" y="146304"/>
            <a:ext cx="7269480" cy="10396728"/>
          </a:xfrm>
          <a:prstGeom prst="roundRect">
            <a:avLst>
              <a:gd name="adj" fmla="val 881"/>
            </a:avLst>
          </a:prstGeom>
          <a:ln w="35560">
            <a:solidFill>
              <a:srgbClr val="FAF5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7013448" cy="10140696"/>
          </a:xfrm>
          <a:prstGeom prst="roundRect">
            <a:avLst>
              <a:gd name="adj" fmla="val 782"/>
            </a:avLst>
          </a:prstGeom>
          <a:ln w="11430">
            <a:solidFill>
              <a:srgbClr val="C8C2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" y="1828800"/>
            <a:ext cx="594360" cy="5029200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t" vert="eaVert"/>
          <a:lstStyle/>
          <a:p>
            <a:pPr indent="0" marL="0">
              <a:buNone/>
            </a:pPr>
            <a:r>
              <a:rPr lang="en-US" sz="1300" dirty="0">
                <a:solidFill>
                  <a:srgbClr val="FAF5E4"/>
                </a:solidFill>
              </a:rPr>
              <a:t>本日のメニュー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47472"/>
            <a:ext cx="475488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5E4"/>
                </a:solidFill>
              </a:rPr>
              <a:t>おいしいホットドック屋さん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B36A"/>
                </a:solidFill>
              </a:rPr>
              <a:t>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32120" y="475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B36A"/>
                </a:solidFill>
              </a:rPr>
              <a:t>★</a:t>
            </a:r>
            <a:endParaRPr lang="en-US" sz="1600" dirty="0"/>
          </a:p>
        </p:txBody>
      </p:sp>
      <p:pic>
        <p:nvPicPr>
          <p:cNvPr id="9" name="Image 0" descr="images/people/1000019035-removebg-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30368" y="384048"/>
            <a:ext cx="1920240" cy="192024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66360" y="320040"/>
            <a:ext cx="2048256" cy="2048256"/>
          </a:xfrm>
          <a:prstGeom prst="ellipse">
            <a:avLst/>
          </a:prstGeom>
          <a:ln w="35560">
            <a:solidFill>
              <a:srgbClr val="FAF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02352" y="256032"/>
            <a:ext cx="2176272" cy="2176272"/>
          </a:xfrm>
          <a:prstGeom prst="ellipse">
            <a:avLst/>
          </a:prstGeom>
          <a:ln w="11430">
            <a:solidFill>
              <a:srgbClr val="C8C2B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 rot="360000">
            <a:off x="3657600" y="1207008"/>
            <a:ext cx="3017520" cy="804672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9C4"/>
                </a:solidFill>
              </a:rPr>
              <a:t>ほかほか</a:t>
            </a:r>
            <a:endParaRPr lang="en-US" sz="3600" dirty="0"/>
          </a:p>
        </p:txBody>
      </p:sp>
      <p:pic>
        <p:nvPicPr>
          <p:cNvPr id="13" name="Image 1" descr="images/hotdog/チーズホットドッグ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83080"/>
            <a:ext cx="6035040" cy="4023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" y="1325880"/>
            <a:ext cx="6217920" cy="4937760"/>
          </a:xfrm>
          <a:prstGeom prst="roundRect">
            <a:avLst>
              <a:gd name="adj" fmla="val 1852"/>
            </a:avLst>
          </a:prstGeom>
          <a:ln w="38100">
            <a:solidFill>
              <a:srgbClr val="FAF5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1216152"/>
            <a:ext cx="6437376" cy="5157216"/>
          </a:xfrm>
          <a:prstGeom prst="roundRect">
            <a:avLst>
              <a:gd name="adj" fmla="val 2128"/>
            </a:avLst>
          </a:prstGeom>
          <a:ln w="13970">
            <a:solidFill>
              <a:srgbClr val="C8C2B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1828800"/>
            <a:ext cx="3291840" cy="160020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AF5E4">
                    <a:alpha val="86000"/>
                  </a:srgbClr>
                </a:solidFill>
              </a:rPr>
              <a:t>¥200</a:t>
            </a:r>
            <a:endParaRPr lang="en-US" sz="9000" dirty="0"/>
          </a:p>
        </p:txBody>
      </p:sp>
      <p:sp>
        <p:nvSpPr>
          <p:cNvPr id="17" name="Text 13"/>
          <p:cNvSpPr/>
          <p:nvPr/>
        </p:nvSpPr>
        <p:spPr>
          <a:xfrm rot="-720000">
            <a:off x="320040" y="384048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B36A"/>
                </a:solidFill>
              </a:rPr>
              <a:t>← コレ！ ★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926080" y="6382512"/>
            <a:ext cx="2286000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AF5E4"/>
                </a:solidFill>
              </a:rPr>
              <a:t>↑ うまっ！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13232" y="6565392"/>
            <a:ext cx="6144768" cy="749808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AF5E4"/>
                </a:solidFill>
              </a:rPr>
              <a:t>もちふわパンに粗びきウィンナが暴れる。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38912" y="7406640"/>
            <a:ext cx="6684264" cy="0"/>
          </a:xfrm>
          <a:prstGeom prst="line">
            <a:avLst/>
          </a:prstGeom>
          <a:noFill/>
          <a:ln w="20320">
            <a:solidFill>
              <a:srgbClr val="FAF5E4"/>
            </a:solidFill>
            <a:prstDash val="dash"/>
          </a:ln>
        </p:spPr>
      </p:sp>
      <p:sp>
        <p:nvSpPr>
          <p:cNvPr id="21" name="Text 17"/>
          <p:cNvSpPr/>
          <p:nvPr/>
        </p:nvSpPr>
        <p:spPr>
          <a:xfrm>
            <a:off x="530352" y="7498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AF5E4">
                    <a:alpha val="88000"/>
                  </a:srgbClr>
                </a:solidFill>
              </a:rPr>
              <a:t>10.16</a:t>
            </a:r>
            <a:endParaRPr lang="en-US" sz="6200" dirty="0"/>
          </a:p>
        </p:txBody>
      </p:sp>
      <p:sp>
        <p:nvSpPr>
          <p:cNvPr id="22" name="Text 18"/>
          <p:cNvSpPr/>
          <p:nvPr/>
        </p:nvSpPr>
        <p:spPr>
          <a:xfrm>
            <a:off x="3383280" y="7498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AF5E4"/>
                </a:solidFill>
              </a:rPr>
              <a:t>（土）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3383280" y="8028432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5E4"/>
                </a:solidFill>
              </a:rPr>
              <a:t>4年S科教室</a:t>
            </a:r>
            <a:endParaRPr lang="en-US" sz="2800" dirty="0"/>
          </a:p>
        </p:txBody>
      </p:sp>
      <p:sp>
        <p:nvSpPr>
          <p:cNvPr id="24" name="Shape 20"/>
          <p:cNvSpPr/>
          <p:nvPr/>
        </p:nvSpPr>
        <p:spPr>
          <a:xfrm>
            <a:off x="438912" y="8668512"/>
            <a:ext cx="6684264" cy="0"/>
          </a:xfrm>
          <a:prstGeom prst="line">
            <a:avLst/>
          </a:prstGeom>
          <a:noFill/>
          <a:ln w="12700">
            <a:solidFill>
              <a:srgbClr val="C8C2B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3232" y="8759952"/>
            <a:ext cx="6144768" cy="658368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DB36A"/>
                </a:solidFill>
              </a:rPr>
              <a:t>トッピング　ALL FREE！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713232" y="9454896"/>
            <a:ext cx="6144768" cy="566928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5E4"/>
                </a:solidFill>
              </a:rPr>
              <a:t>ケチャップ　マスタード　マヨネーズ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438912" y="10094976"/>
            <a:ext cx="6684264" cy="0"/>
          </a:xfrm>
          <a:prstGeom prst="line">
            <a:avLst/>
          </a:prstGeom>
          <a:noFill/>
          <a:ln w="20320">
            <a:solidFill>
              <a:srgbClr val="FAF5E4"/>
            </a:solidFill>
            <a:prstDash val="dash"/>
          </a:ln>
        </p:spPr>
      </p:sp>
      <p:sp>
        <p:nvSpPr>
          <p:cNvPr id="28" name="Text 24"/>
          <p:cNvSpPr/>
          <p:nvPr/>
        </p:nvSpPr>
        <p:spPr>
          <a:xfrm>
            <a:off x="713232" y="101681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C4"/>
                </a:solidFill>
              </a:rPr>
              <a:t>現金のみ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2743200" y="10168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8C2B0"/>
                </a:solidFill>
              </a:rPr>
              <a:t>おいしいホットドック屋さん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2026-07-07T14:23:58Z</dcterms:created>
  <dcterms:modified xsi:type="dcterms:W3CDTF">2026-07-07T14:23:58Z</dcterms:modified>
</cp:coreProperties>
</file>