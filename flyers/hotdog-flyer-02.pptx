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7562850" cy="10688638"/>
  <p:notesSz cx="10688638" cy="756285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1" d="100"/>
          <a:sy n="71" d="100"/>
        </p:scale>
        <p:origin x="213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690385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10689336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3" name="Image 0" descr="images/people/1000019036-removebg-pre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95528" y="36438"/>
            <a:ext cx="7562088" cy="10076963"/>
          </a:xfrm>
          <a:prstGeom prst="rect">
            <a:avLst/>
          </a:prstGeom>
          <a:effectLst>
            <a:outerShdw blurRad="444500" dist="50800" dir="16200000" algn="bl" rotWithShape="0">
              <a:srgbClr val="FFFFFF">
                <a:alpha val="75000"/>
              </a:srgbClr>
            </a:outerShdw>
          </a:effectLst>
        </p:spPr>
      </p:pic>
      <p:sp>
        <p:nvSpPr>
          <p:cNvPr id="4" name="Shape 1"/>
          <p:cNvSpPr/>
          <p:nvPr/>
        </p:nvSpPr>
        <p:spPr>
          <a:xfrm>
            <a:off x="0" y="0"/>
            <a:ext cx="7562088" cy="2377440"/>
          </a:xfrm>
          <a:prstGeom prst="rect">
            <a:avLst/>
          </a:prstGeom>
          <a:solidFill>
            <a:srgbClr val="000000">
              <a:alpha val="70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Shape 2"/>
          <p:cNvSpPr/>
          <p:nvPr/>
        </p:nvSpPr>
        <p:spPr>
          <a:xfrm>
            <a:off x="0" y="0"/>
            <a:ext cx="73152" cy="10689336"/>
          </a:xfrm>
          <a:prstGeom prst="rect">
            <a:avLst/>
          </a:prstGeom>
          <a:solidFill>
            <a:srgbClr val="FFFF0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Text 3"/>
          <p:cNvSpPr/>
          <p:nvPr/>
        </p:nvSpPr>
        <p:spPr>
          <a:xfrm>
            <a:off x="228600" y="91440"/>
            <a:ext cx="7132320" cy="1051560"/>
          </a:xfrm>
          <a:prstGeom prst="rect">
            <a:avLst/>
          </a:prstGeom>
          <a:noFill/>
          <a:ln/>
          <a:effectLst>
            <a:outerShdw blurRad="228600" dist="50800" dir="16200000" algn="bl" rotWithShape="0">
              <a:srgbClr val="FFFF00">
                <a:alpha val="75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00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高専生が本気で</a:t>
            </a:r>
            <a:endParaRPr lang="en-US" sz="5400" dirty="0"/>
          </a:p>
        </p:txBody>
      </p:sp>
      <p:sp>
        <p:nvSpPr>
          <p:cNvPr id="7" name="Text 4"/>
          <p:cNvSpPr/>
          <p:nvPr/>
        </p:nvSpPr>
        <p:spPr>
          <a:xfrm>
            <a:off x="228600" y="1097280"/>
            <a:ext cx="7132320" cy="1005840"/>
          </a:xfrm>
          <a:prstGeom prst="rect">
            <a:avLst/>
          </a:prstGeom>
          <a:noFill/>
          <a:ln/>
          <a:effectLst>
            <a:outerShdw blurRad="228600" dist="50800" dir="16200000" algn="bl" rotWithShape="0">
              <a:srgbClr val="FFFF00">
                <a:alpha val="75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00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焼いてます。</a:t>
            </a:r>
            <a:endParaRPr lang="en-US" sz="5400" dirty="0"/>
          </a:p>
        </p:txBody>
      </p:sp>
      <p:pic>
        <p:nvPicPr>
          <p:cNvPr id="8" name="Image 1" descr="images/hotdog/file_00000000c784720b9c0f29ba4f8b28c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79192" y="4453128"/>
            <a:ext cx="4087368" cy="2724912"/>
          </a:xfrm>
          <a:prstGeom prst="rect">
            <a:avLst/>
          </a:prstGeom>
          <a:effectLst>
            <a:outerShdw blurRad="279400" dist="50800" dir="16200000" algn="bl" rotWithShape="0">
              <a:srgbClr val="FFFF00">
                <a:alpha val="75000"/>
              </a:srgbClr>
            </a:outerShdw>
          </a:effectLst>
        </p:spPr>
      </p:pic>
      <p:sp>
        <p:nvSpPr>
          <p:cNvPr id="9" name="Text 5"/>
          <p:cNvSpPr/>
          <p:nvPr/>
        </p:nvSpPr>
        <p:spPr>
          <a:xfrm>
            <a:off x="3794760" y="1574651"/>
            <a:ext cx="5943600" cy="2560320"/>
          </a:xfrm>
          <a:prstGeom prst="rect">
            <a:avLst/>
          </a:prstGeom>
          <a:noFill/>
          <a:ln/>
          <a:effectLst>
            <a:outerShdw blurRad="279400" dist="50800" dir="16200000" algn="bl" rotWithShape="0">
              <a:srgbClr val="FF2200">
                <a:alpha val="75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0" b="1" dirty="0">
                <a:solidFill>
                  <a:srgbClr val="FF2200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¥200</a:t>
            </a:r>
            <a:endParaRPr lang="en-US" sz="15500" dirty="0"/>
          </a:p>
        </p:txBody>
      </p:sp>
      <p:sp>
        <p:nvSpPr>
          <p:cNvPr id="10" name="Shape 6"/>
          <p:cNvSpPr/>
          <p:nvPr/>
        </p:nvSpPr>
        <p:spPr>
          <a:xfrm>
            <a:off x="0" y="7955280"/>
            <a:ext cx="7562088" cy="2734056"/>
          </a:xfrm>
          <a:prstGeom prst="rect">
            <a:avLst/>
          </a:prstGeom>
          <a:solidFill>
            <a:srgbClr val="000000">
              <a:alpha val="80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1" name="Shape 7"/>
          <p:cNvSpPr/>
          <p:nvPr/>
        </p:nvSpPr>
        <p:spPr>
          <a:xfrm>
            <a:off x="0" y="7973568"/>
            <a:ext cx="7562088" cy="36576"/>
          </a:xfrm>
          <a:prstGeom prst="rect">
            <a:avLst/>
          </a:prstGeom>
          <a:solidFill>
            <a:srgbClr val="FFFF0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2" name="Text 8"/>
          <p:cNvSpPr/>
          <p:nvPr/>
        </p:nvSpPr>
        <p:spPr>
          <a:xfrm>
            <a:off x="228600" y="8065008"/>
            <a:ext cx="7040880" cy="621792"/>
          </a:xfrm>
          <a:prstGeom prst="rect">
            <a:avLst/>
          </a:prstGeom>
          <a:noFill/>
          <a:ln/>
          <a:effectLst>
            <a:outerShdw blurRad="63500" dist="25400" dir="2700000" algn="bl" rotWithShape="0">
              <a:srgbClr val="000000">
                <a:alpha val="75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外はぱりっ、中はジューシー。</a:t>
            </a:r>
            <a:endParaRPr lang="en-US" sz="2600" dirty="0"/>
          </a:p>
        </p:txBody>
      </p:sp>
      <p:sp>
        <p:nvSpPr>
          <p:cNvPr id="13" name="Text 9"/>
          <p:cNvSpPr/>
          <p:nvPr/>
        </p:nvSpPr>
        <p:spPr>
          <a:xfrm>
            <a:off x="228600" y="8732520"/>
            <a:ext cx="7040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00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ケチャップ　マスタード　マヨネーズ　全部FREE</a:t>
            </a:r>
            <a:endParaRPr lang="en-US" sz="2300" dirty="0"/>
          </a:p>
        </p:txBody>
      </p:sp>
      <p:sp>
        <p:nvSpPr>
          <p:cNvPr id="14" name="Text 10"/>
          <p:cNvSpPr/>
          <p:nvPr/>
        </p:nvSpPr>
        <p:spPr>
          <a:xfrm>
            <a:off x="228600" y="9326880"/>
            <a:ext cx="70408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10月16日（土）</a:t>
            </a:r>
            <a:endParaRPr lang="en-US" sz="4400" dirty="0"/>
          </a:p>
        </p:txBody>
      </p:sp>
      <p:sp>
        <p:nvSpPr>
          <p:cNvPr id="15" name="Text 11"/>
          <p:cNvSpPr/>
          <p:nvPr/>
        </p:nvSpPr>
        <p:spPr>
          <a:xfrm>
            <a:off x="228600" y="10168128"/>
            <a:ext cx="7040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00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4年S科教室　/　現金のみ</a:t>
            </a:r>
            <a:endParaRPr lang="en-US" sz="2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10689336"/>
          </a:xfrm>
          <a:prstGeom prst="rect">
            <a:avLst/>
          </a:prstGeom>
          <a:solidFill>
            <a:srgbClr val="8B000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562088" cy="10689336"/>
          </a:xfrm>
          <a:prstGeom prst="rect">
            <a:avLst/>
          </a:prstGeom>
          <a:solidFill>
            <a:srgbClr val="000000">
              <a:alpha val="45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2743200" y="0"/>
            <a:ext cx="4818888" cy="4275734"/>
          </a:xfrm>
          <a:prstGeom prst="rect">
            <a:avLst/>
          </a:prstGeom>
          <a:solidFill>
            <a:srgbClr val="AA0000">
              <a:alpha val="60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5" name="Image 0" descr="images/hotdog/file_00000000c784720b9c0f29ba4f8b28c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374904"/>
            <a:ext cx="4361688" cy="2907792"/>
          </a:xfrm>
          <a:prstGeom prst="rect">
            <a:avLst/>
          </a:prstGeom>
        </p:spPr>
      </p:pic>
      <p:pic>
        <p:nvPicPr>
          <p:cNvPr id="6" name="Image 1" descr="images/people/1000019040-removebg-preview (1)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7962" y="0"/>
            <a:ext cx="6858000" cy="9138721"/>
          </a:xfrm>
          <a:prstGeom prst="rect">
            <a:avLst/>
          </a:prstGeom>
          <a:effectLst>
            <a:outerShdw blurRad="254000" dist="50800" dir="16200000" algn="bl" rotWithShape="0">
              <a:srgbClr val="FFFFFF">
                <a:alpha val="75000"/>
              </a:srgbClr>
            </a:outerShdw>
          </a:effectLst>
        </p:spPr>
      </p:pic>
      <p:sp>
        <p:nvSpPr>
          <p:cNvPr id="7" name="Text 3"/>
          <p:cNvSpPr/>
          <p:nvPr/>
        </p:nvSpPr>
        <p:spPr>
          <a:xfrm>
            <a:off x="274320" y="109728"/>
            <a:ext cx="7040880" cy="804672"/>
          </a:xfrm>
          <a:prstGeom prst="rect">
            <a:avLst/>
          </a:prstGeom>
          <a:noFill/>
          <a:ln/>
          <a:effectLst>
            <a:outerShdw blurRad="127000" dist="50800" dir="2700000" algn="bl" rotWithShape="0">
              <a:srgbClr val="000000">
                <a:alpha val="75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このホットドッグ、</a:t>
            </a:r>
            <a:endParaRPr lang="en-US" sz="4000" dirty="0"/>
          </a:p>
        </p:txBody>
      </p:sp>
      <p:sp>
        <p:nvSpPr>
          <p:cNvPr id="8" name="Text 4"/>
          <p:cNvSpPr/>
          <p:nvPr/>
        </p:nvSpPr>
        <p:spPr>
          <a:xfrm>
            <a:off x="274320" y="868680"/>
            <a:ext cx="7040880" cy="868680"/>
          </a:xfrm>
          <a:prstGeom prst="rect">
            <a:avLst/>
          </a:prstGeom>
          <a:noFill/>
          <a:ln/>
          <a:effectLst>
            <a:outerShdw blurRad="228600" dist="50800" dir="16200000" algn="bl" rotWithShape="0">
              <a:srgbClr val="FFE600">
                <a:alpha val="75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E600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本気です。</a:t>
            </a:r>
            <a:endParaRPr lang="en-US" sz="5200" dirty="0"/>
          </a:p>
        </p:txBody>
      </p:sp>
      <p:sp>
        <p:nvSpPr>
          <p:cNvPr id="9" name="Text 5"/>
          <p:cNvSpPr/>
          <p:nvPr/>
        </p:nvSpPr>
        <p:spPr>
          <a:xfrm rot="-240000">
            <a:off x="256381" y="3842329"/>
            <a:ext cx="6858000" cy="2743200"/>
          </a:xfrm>
          <a:prstGeom prst="rect">
            <a:avLst/>
          </a:prstGeom>
          <a:noFill/>
          <a:ln/>
          <a:effectLst>
            <a:outerShdw blurRad="127000" dist="50800" dir="2400000" algn="bl" rotWithShape="0">
              <a:srgbClr val="000000">
                <a:alpha val="75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0" b="1" dirty="0">
                <a:solidFill>
                  <a:srgbClr val="FFE600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¥200</a:t>
            </a:r>
            <a:endParaRPr lang="en-US" sz="16000" dirty="0"/>
          </a:p>
        </p:txBody>
      </p:sp>
      <p:sp>
        <p:nvSpPr>
          <p:cNvPr id="10" name="Text 6"/>
          <p:cNvSpPr/>
          <p:nvPr/>
        </p:nvSpPr>
        <p:spPr>
          <a:xfrm rot="-240000">
            <a:off x="256380" y="3814897"/>
            <a:ext cx="6858000" cy="2743200"/>
          </a:xfrm>
          <a:prstGeom prst="rect">
            <a:avLst/>
          </a:prstGeom>
          <a:noFill/>
          <a:ln/>
          <a:effectLst>
            <a:outerShdw blurRad="38100" dist="50800" dir="16200000" algn="bl" rotWithShape="0">
              <a:srgbClr val="FFFFFF">
                <a:alpha val="75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0" b="1" dirty="0">
                <a:solidFill>
                  <a:srgbClr val="FFE600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¥200</a:t>
            </a:r>
            <a:endParaRPr lang="en-US" sz="16000" dirty="0"/>
          </a:p>
        </p:txBody>
      </p:sp>
      <p:sp>
        <p:nvSpPr>
          <p:cNvPr id="11" name="Text 7"/>
          <p:cNvSpPr/>
          <p:nvPr/>
        </p:nvSpPr>
        <p:spPr>
          <a:xfrm>
            <a:off x="274320" y="7452360"/>
            <a:ext cx="7040880" cy="658368"/>
          </a:xfrm>
          <a:prstGeom prst="rect">
            <a:avLst/>
          </a:prstGeom>
          <a:noFill/>
          <a:ln/>
          <a:effectLst>
            <a:outerShdw blurRad="76200" dist="25400" dir="2700000" algn="bl" rotWithShape="0">
              <a:srgbClr val="000000">
                <a:alpha val="75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かじった瞬間、じゅわっとあふれる。</a:t>
            </a:r>
            <a:endParaRPr lang="en-US" sz="2600" dirty="0"/>
          </a:p>
        </p:txBody>
      </p:sp>
      <p:sp>
        <p:nvSpPr>
          <p:cNvPr id="12" name="Shape 8"/>
          <p:cNvSpPr/>
          <p:nvPr/>
        </p:nvSpPr>
        <p:spPr>
          <a:xfrm>
            <a:off x="274320" y="8229600"/>
            <a:ext cx="7013448" cy="0"/>
          </a:xfrm>
          <a:prstGeom prst="line">
            <a:avLst/>
          </a:prstGeom>
          <a:noFill/>
          <a:ln w="31750">
            <a:solidFill>
              <a:srgbClr val="FFE60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Text 9"/>
          <p:cNvSpPr/>
          <p:nvPr/>
        </p:nvSpPr>
        <p:spPr>
          <a:xfrm>
            <a:off x="274320" y="8321040"/>
            <a:ext cx="7040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E600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TOPPING  ALL  FREE</a:t>
            </a:r>
            <a:endParaRPr lang="en-US" sz="3200" dirty="0"/>
          </a:p>
        </p:txBody>
      </p:sp>
      <p:sp>
        <p:nvSpPr>
          <p:cNvPr id="14" name="Text 10"/>
          <p:cNvSpPr/>
          <p:nvPr/>
        </p:nvSpPr>
        <p:spPr>
          <a:xfrm>
            <a:off x="274320" y="8942832"/>
            <a:ext cx="7040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ケチャップ　　マスタード　　マヨネーズ</a:t>
            </a:r>
            <a:endParaRPr lang="en-US" sz="2800" dirty="0"/>
          </a:p>
        </p:txBody>
      </p:sp>
      <p:sp>
        <p:nvSpPr>
          <p:cNvPr id="15" name="Shape 11"/>
          <p:cNvSpPr/>
          <p:nvPr/>
        </p:nvSpPr>
        <p:spPr>
          <a:xfrm>
            <a:off x="274320" y="9619488"/>
            <a:ext cx="7013448" cy="0"/>
          </a:xfrm>
          <a:prstGeom prst="line">
            <a:avLst/>
          </a:prstGeom>
          <a:noFill/>
          <a:ln w="12700">
            <a:solidFill>
              <a:srgbClr val="FFFFF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2"/>
          <p:cNvSpPr/>
          <p:nvPr/>
        </p:nvSpPr>
        <p:spPr>
          <a:xfrm>
            <a:off x="274320" y="9674352"/>
            <a:ext cx="70408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10月16日（土）</a:t>
            </a:r>
            <a:endParaRPr lang="en-US" sz="4600" dirty="0"/>
          </a:p>
        </p:txBody>
      </p:sp>
      <p:sp>
        <p:nvSpPr>
          <p:cNvPr id="17" name="Text 13"/>
          <p:cNvSpPr/>
          <p:nvPr/>
        </p:nvSpPr>
        <p:spPr>
          <a:xfrm>
            <a:off x="274320" y="10488168"/>
            <a:ext cx="7040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E600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4年S科教室　/　現金のみ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10689336"/>
          </a:xfrm>
          <a:prstGeom prst="rect">
            <a:avLst/>
          </a:prstGeom>
          <a:solidFill>
            <a:srgbClr val="080808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3" name="Image 0" descr="images/people/1000019062-removebg-pre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612" y="274320"/>
            <a:ext cx="6518864" cy="8686800"/>
          </a:xfrm>
          <a:prstGeom prst="rect">
            <a:avLst/>
          </a:prstGeom>
          <a:effectLst>
            <a:outerShdw blurRad="317500" dist="50800" dir="16200000" algn="bl" rotWithShape="0">
              <a:srgbClr val="CC0000">
                <a:alpha val="75000"/>
              </a:srgbClr>
            </a:outerShdw>
          </a:effectLst>
        </p:spPr>
      </p:pic>
      <p:pic>
        <p:nvPicPr>
          <p:cNvPr id="4" name="Image 1" descr="images/hotdog/file_00000000c784720b9c0f29ba4f8b28c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" y="381000"/>
            <a:ext cx="2286000" cy="152400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0" y="0"/>
            <a:ext cx="7562088" cy="1280160"/>
          </a:xfrm>
          <a:prstGeom prst="rect">
            <a:avLst/>
          </a:prstGeom>
          <a:solidFill>
            <a:srgbClr val="000000">
              <a:alpha val="75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Shape 2"/>
          <p:cNvSpPr/>
          <p:nvPr/>
        </p:nvSpPr>
        <p:spPr>
          <a:xfrm>
            <a:off x="0" y="6583680"/>
            <a:ext cx="7562088" cy="2286000"/>
          </a:xfrm>
          <a:prstGeom prst="rect">
            <a:avLst/>
          </a:prstGeom>
          <a:solidFill>
            <a:srgbClr val="CC0000">
              <a:alpha val="40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" name="Shape 3"/>
          <p:cNvSpPr/>
          <p:nvPr/>
        </p:nvSpPr>
        <p:spPr>
          <a:xfrm>
            <a:off x="0" y="8595360"/>
            <a:ext cx="7562088" cy="2093976"/>
          </a:xfrm>
          <a:prstGeom prst="rect">
            <a:avLst/>
          </a:prstGeom>
          <a:solidFill>
            <a:srgbClr val="000000">
              <a:alpha val="85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" name="Shape 4"/>
          <p:cNvSpPr/>
          <p:nvPr/>
        </p:nvSpPr>
        <p:spPr>
          <a:xfrm>
            <a:off x="0" y="0"/>
            <a:ext cx="7562088" cy="347472"/>
          </a:xfrm>
          <a:prstGeom prst="rect">
            <a:avLst/>
          </a:prstGeom>
          <a:solidFill>
            <a:srgbClr val="000000">
              <a:alpha val="90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9" name="Text 5"/>
          <p:cNvSpPr/>
          <p:nvPr/>
        </p:nvSpPr>
        <p:spPr>
          <a:xfrm>
            <a:off x="182880" y="36576"/>
            <a:ext cx="71963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AAAAA"/>
                </a:solidFill>
              </a:rPr>
              <a:t>旭川工業高等専門学校　システム制御情報工学科　4年生　制作・配給</a:t>
            </a:r>
            <a:endParaRPr lang="en-US" sz="950" dirty="0"/>
          </a:p>
        </p:txBody>
      </p:sp>
      <p:sp>
        <p:nvSpPr>
          <p:cNvPr id="10" name="Shape 6"/>
          <p:cNvSpPr/>
          <p:nvPr/>
        </p:nvSpPr>
        <p:spPr>
          <a:xfrm>
            <a:off x="182880" y="384048"/>
            <a:ext cx="914400" cy="310896"/>
          </a:xfrm>
          <a:prstGeom prst="rect">
            <a:avLst/>
          </a:prstGeom>
          <a:solidFill>
            <a:srgbClr val="CC000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1" name="Text 7"/>
          <p:cNvSpPr/>
          <p:nvPr/>
        </p:nvSpPr>
        <p:spPr>
          <a:xfrm>
            <a:off x="182880" y="384048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劇場版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228600" y="749808"/>
            <a:ext cx="7104888" cy="621792"/>
          </a:xfrm>
          <a:prstGeom prst="rect">
            <a:avLst/>
          </a:prstGeom>
          <a:noFill/>
          <a:ln/>
          <a:effectLst>
            <a:outerShdw blurRad="101600" dist="38100" dir="2700000" algn="bl" rotWithShape="0">
              <a:srgbClr val="000000">
                <a:alpha val="75000"/>
              </a:srgbClr>
            </a:outerShdw>
          </a:effectLst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この 200円が、伝説となる。</a:t>
            </a:r>
            <a:endParaRPr lang="en-US" sz="3000" dirty="0"/>
          </a:p>
        </p:txBody>
      </p:sp>
      <p:sp>
        <p:nvSpPr>
          <p:cNvPr id="13" name="Text 9"/>
          <p:cNvSpPr/>
          <p:nvPr/>
        </p:nvSpPr>
        <p:spPr>
          <a:xfrm>
            <a:off x="137160" y="8549640"/>
            <a:ext cx="7287768" cy="1051560"/>
          </a:xfrm>
          <a:prstGeom prst="rect">
            <a:avLst/>
          </a:prstGeom>
          <a:noFill/>
          <a:ln/>
          <a:effectLst>
            <a:outerShdw blurRad="228600" dist="50800" dir="16200000" algn="bl" rotWithShape="0">
              <a:srgbClr val="CC0000">
                <a:alpha val="75000"/>
              </a:srgbClr>
            </a:outerShdw>
          </a:effectLst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700" b="1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おいしいホットドック屋さん</a:t>
            </a:r>
            <a:endParaRPr lang="en-US" sz="4700" dirty="0"/>
          </a:p>
        </p:txBody>
      </p:sp>
      <p:sp>
        <p:nvSpPr>
          <p:cNvPr id="14" name="Text 10"/>
          <p:cNvSpPr/>
          <p:nvPr/>
        </p:nvSpPr>
        <p:spPr>
          <a:xfrm>
            <a:off x="274320" y="9601200"/>
            <a:ext cx="70134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i="1" dirty="0">
                <a:solidFill>
                  <a:srgbClr val="DDDDDD"/>
                </a:solidFill>
              </a:rPr>
              <a:t>〜 高専生が本気で焼く、青春の一皿 〜</a:t>
            </a:r>
            <a:endParaRPr lang="en-US" sz="1700" dirty="0"/>
          </a:p>
        </p:txBody>
      </p:sp>
      <p:sp>
        <p:nvSpPr>
          <p:cNvPr id="15" name="Shape 11"/>
          <p:cNvSpPr/>
          <p:nvPr/>
        </p:nvSpPr>
        <p:spPr>
          <a:xfrm>
            <a:off x="274320" y="10104120"/>
            <a:ext cx="7013448" cy="0"/>
          </a:xfrm>
          <a:prstGeom prst="line">
            <a:avLst/>
          </a:prstGeom>
          <a:noFill/>
          <a:ln w="6350">
            <a:solidFill>
              <a:srgbClr val="AAAAAA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2"/>
          <p:cNvSpPr/>
          <p:nvPr/>
        </p:nvSpPr>
        <p:spPr>
          <a:xfrm>
            <a:off x="274320" y="10149840"/>
            <a:ext cx="70134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</a:rPr>
              <a:t>出演：旭川高専4年生一同　特別出演：ホットドッグ（本人役）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274320" y="10415016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2026年10月16日（土）　絶賛公開中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4206240" y="10415016"/>
            <a:ext cx="31729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鑑賞料 ¥200（税込・現金のみ）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274320" y="10625328"/>
            <a:ext cx="7013448" cy="548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8888"/>
                </a:solidFill>
              </a:rPr>
              <a:t>上映場所：4年S科教室（全館解放）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119</Words>
  <Application>Microsoft Office PowerPoint</Application>
  <PresentationFormat>ユーザー設定</PresentationFormat>
  <Paragraphs>28</Paragraphs>
  <Slides>3</Slides>
  <Notes>3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6" baseType="lpstr">
      <vt:lpstr>Arial</vt:lpstr>
      <vt:lpstr>Impact</vt:lpstr>
      <vt:lpstr>Office Theme</vt:lpstr>
      <vt:lpstr>PowerPoint プレゼンテーション</vt:lpstr>
      <vt:lpstr>PowerPoint プレゼンテーション</vt:lpstr>
      <vt:lpstr>PowerPoint プレゼンテーション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S23_武藤甲_旭川</cp:lastModifiedBy>
  <cp:revision>2</cp:revision>
  <dcterms:created xsi:type="dcterms:W3CDTF">2026-06-29T02:09:39Z</dcterms:created>
  <dcterms:modified xsi:type="dcterms:W3CDTF">2026-06-29T02:24:18Z</dcterms:modified>
</cp:coreProperties>
</file>