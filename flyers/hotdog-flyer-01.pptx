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21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354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45261" y="0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890522" y="0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835783" y="0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781044" y="0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726305" y="0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671566" y="0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6616827" y="0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0" y="890778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45261" y="890778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1890522" y="890778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2835783" y="890778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781044" y="890778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4726305" y="890778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5671566" y="890778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616827" y="890778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0" y="1781556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945261" y="1781556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1890522" y="1781556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2835783" y="1781556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3781044" y="1781556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4726305" y="1781556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5671566" y="1781556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6616827" y="1781556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0" y="2672334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945261" y="2672334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1890522" y="2672334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2835783" y="2672334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3781044" y="2672334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4726305" y="2672334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5671566" y="2672334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6616827" y="2672334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0" y="3563112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945261" y="3563112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1890522" y="3563112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2835783" y="3563112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3781044" y="3563112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4726305" y="3563112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5671566" y="3563112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6616827" y="3563112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0" y="4453890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945261" y="4453890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1890522" y="4453890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2835783" y="4453890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3781044" y="4453890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4726305" y="4453890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5671566" y="4453890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6616827" y="4453890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0" y="5344668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945261" y="5344668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1890522" y="5344668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2835783" y="5344668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3781044" y="5344668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3"/>
          <p:cNvSpPr/>
          <p:nvPr/>
        </p:nvSpPr>
        <p:spPr>
          <a:xfrm>
            <a:off x="4726305" y="5344668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5671566" y="5344668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55"/>
          <p:cNvSpPr/>
          <p:nvPr/>
        </p:nvSpPr>
        <p:spPr>
          <a:xfrm>
            <a:off x="6616827" y="5344668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56"/>
          <p:cNvSpPr/>
          <p:nvPr/>
        </p:nvSpPr>
        <p:spPr>
          <a:xfrm>
            <a:off x="0" y="6235446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7"/>
          <p:cNvSpPr/>
          <p:nvPr/>
        </p:nvSpPr>
        <p:spPr>
          <a:xfrm>
            <a:off x="945261" y="6235446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0" name="Shape 58"/>
          <p:cNvSpPr/>
          <p:nvPr/>
        </p:nvSpPr>
        <p:spPr>
          <a:xfrm>
            <a:off x="1890522" y="6235446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1" name="Shape 59"/>
          <p:cNvSpPr/>
          <p:nvPr/>
        </p:nvSpPr>
        <p:spPr>
          <a:xfrm>
            <a:off x="2835783" y="6235446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60"/>
          <p:cNvSpPr/>
          <p:nvPr/>
        </p:nvSpPr>
        <p:spPr>
          <a:xfrm>
            <a:off x="3781044" y="6235446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61"/>
          <p:cNvSpPr/>
          <p:nvPr/>
        </p:nvSpPr>
        <p:spPr>
          <a:xfrm>
            <a:off x="4726305" y="6235446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/>
          <p:cNvSpPr/>
          <p:nvPr/>
        </p:nvSpPr>
        <p:spPr>
          <a:xfrm>
            <a:off x="5671566" y="6235446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5" name="Shape 63"/>
          <p:cNvSpPr/>
          <p:nvPr/>
        </p:nvSpPr>
        <p:spPr>
          <a:xfrm>
            <a:off x="6616827" y="6235446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6" name="Shape 64"/>
          <p:cNvSpPr/>
          <p:nvPr/>
        </p:nvSpPr>
        <p:spPr>
          <a:xfrm>
            <a:off x="0" y="7126224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7" name="Shape 65"/>
          <p:cNvSpPr/>
          <p:nvPr/>
        </p:nvSpPr>
        <p:spPr>
          <a:xfrm>
            <a:off x="945261" y="7126224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8" name="Shape 66"/>
          <p:cNvSpPr/>
          <p:nvPr/>
        </p:nvSpPr>
        <p:spPr>
          <a:xfrm>
            <a:off x="1890522" y="7126224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67"/>
          <p:cNvSpPr/>
          <p:nvPr/>
        </p:nvSpPr>
        <p:spPr>
          <a:xfrm>
            <a:off x="2835783" y="7126224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0" name="Shape 68"/>
          <p:cNvSpPr/>
          <p:nvPr/>
        </p:nvSpPr>
        <p:spPr>
          <a:xfrm>
            <a:off x="3781044" y="7126224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69"/>
          <p:cNvSpPr/>
          <p:nvPr/>
        </p:nvSpPr>
        <p:spPr>
          <a:xfrm>
            <a:off x="4726305" y="7126224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2" name="Shape 70"/>
          <p:cNvSpPr/>
          <p:nvPr/>
        </p:nvSpPr>
        <p:spPr>
          <a:xfrm>
            <a:off x="5671566" y="7126224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3" name="Shape 71"/>
          <p:cNvSpPr/>
          <p:nvPr/>
        </p:nvSpPr>
        <p:spPr>
          <a:xfrm>
            <a:off x="6616827" y="7126224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4" name="Shape 72"/>
          <p:cNvSpPr/>
          <p:nvPr/>
        </p:nvSpPr>
        <p:spPr>
          <a:xfrm>
            <a:off x="0" y="8017002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5" name="Shape 73"/>
          <p:cNvSpPr/>
          <p:nvPr/>
        </p:nvSpPr>
        <p:spPr>
          <a:xfrm>
            <a:off x="945261" y="8017002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6" name="Shape 74"/>
          <p:cNvSpPr/>
          <p:nvPr/>
        </p:nvSpPr>
        <p:spPr>
          <a:xfrm>
            <a:off x="1890522" y="8017002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7" name="Shape 75"/>
          <p:cNvSpPr/>
          <p:nvPr/>
        </p:nvSpPr>
        <p:spPr>
          <a:xfrm>
            <a:off x="2835783" y="8017002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8" name="Shape 76"/>
          <p:cNvSpPr/>
          <p:nvPr/>
        </p:nvSpPr>
        <p:spPr>
          <a:xfrm>
            <a:off x="3781044" y="8017002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9" name="Shape 77"/>
          <p:cNvSpPr/>
          <p:nvPr/>
        </p:nvSpPr>
        <p:spPr>
          <a:xfrm>
            <a:off x="4726305" y="8017002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0" name="Shape 78"/>
          <p:cNvSpPr/>
          <p:nvPr/>
        </p:nvSpPr>
        <p:spPr>
          <a:xfrm>
            <a:off x="5671566" y="8017002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1" name="Shape 79"/>
          <p:cNvSpPr/>
          <p:nvPr/>
        </p:nvSpPr>
        <p:spPr>
          <a:xfrm>
            <a:off x="6616827" y="8017002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2" name="Shape 80"/>
          <p:cNvSpPr/>
          <p:nvPr/>
        </p:nvSpPr>
        <p:spPr>
          <a:xfrm>
            <a:off x="0" y="8907780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3" name="Shape 81"/>
          <p:cNvSpPr/>
          <p:nvPr/>
        </p:nvSpPr>
        <p:spPr>
          <a:xfrm>
            <a:off x="945261" y="8907780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4" name="Shape 82"/>
          <p:cNvSpPr/>
          <p:nvPr/>
        </p:nvSpPr>
        <p:spPr>
          <a:xfrm>
            <a:off x="1890522" y="8907780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5" name="Shape 83"/>
          <p:cNvSpPr/>
          <p:nvPr/>
        </p:nvSpPr>
        <p:spPr>
          <a:xfrm>
            <a:off x="2835783" y="8907780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6" name="Shape 84"/>
          <p:cNvSpPr/>
          <p:nvPr/>
        </p:nvSpPr>
        <p:spPr>
          <a:xfrm>
            <a:off x="3781044" y="8907780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7" name="Shape 85"/>
          <p:cNvSpPr/>
          <p:nvPr/>
        </p:nvSpPr>
        <p:spPr>
          <a:xfrm>
            <a:off x="4726305" y="8907780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8" name="Shape 86"/>
          <p:cNvSpPr/>
          <p:nvPr/>
        </p:nvSpPr>
        <p:spPr>
          <a:xfrm>
            <a:off x="5671566" y="8907780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9" name="Shape 87"/>
          <p:cNvSpPr/>
          <p:nvPr/>
        </p:nvSpPr>
        <p:spPr>
          <a:xfrm>
            <a:off x="6616827" y="8907780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0" name="Shape 88"/>
          <p:cNvSpPr/>
          <p:nvPr/>
        </p:nvSpPr>
        <p:spPr>
          <a:xfrm>
            <a:off x="0" y="9798558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1" name="Shape 89"/>
          <p:cNvSpPr/>
          <p:nvPr/>
        </p:nvSpPr>
        <p:spPr>
          <a:xfrm>
            <a:off x="945261" y="9798558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2" name="Shape 90"/>
          <p:cNvSpPr/>
          <p:nvPr/>
        </p:nvSpPr>
        <p:spPr>
          <a:xfrm>
            <a:off x="1890522" y="9798558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3" name="Shape 91"/>
          <p:cNvSpPr/>
          <p:nvPr/>
        </p:nvSpPr>
        <p:spPr>
          <a:xfrm>
            <a:off x="2835783" y="9798558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4" name="Shape 92"/>
          <p:cNvSpPr/>
          <p:nvPr/>
        </p:nvSpPr>
        <p:spPr>
          <a:xfrm>
            <a:off x="3781044" y="9798558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5" name="Shape 93"/>
          <p:cNvSpPr/>
          <p:nvPr/>
        </p:nvSpPr>
        <p:spPr>
          <a:xfrm>
            <a:off x="4726305" y="9798558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6" name="Shape 94"/>
          <p:cNvSpPr/>
          <p:nvPr/>
        </p:nvSpPr>
        <p:spPr>
          <a:xfrm>
            <a:off x="5671566" y="9798558"/>
            <a:ext cx="945261" cy="890778"/>
          </a:xfrm>
          <a:prstGeom prst="rect">
            <a:avLst/>
          </a:prstGeom>
          <a:solidFill>
            <a:srgbClr val="E8A01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7" name="Shape 95"/>
          <p:cNvSpPr/>
          <p:nvPr/>
        </p:nvSpPr>
        <p:spPr>
          <a:xfrm>
            <a:off x="6616827" y="9798558"/>
            <a:ext cx="945261" cy="890778"/>
          </a:xfrm>
          <a:prstGeom prst="rect">
            <a:avLst/>
          </a:prstGeom>
          <a:solidFill>
            <a:srgbClr val="D42B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8" name="Shape 96"/>
          <p:cNvSpPr/>
          <p:nvPr/>
        </p:nvSpPr>
        <p:spPr>
          <a:xfrm>
            <a:off x="0" y="1261872"/>
            <a:ext cx="7562088" cy="256032"/>
          </a:xfrm>
          <a:prstGeom prst="rect">
            <a:avLst/>
          </a:prstGeom>
          <a:solidFill>
            <a:srgbClr val="40E0D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9" name="Shape 97"/>
          <p:cNvSpPr/>
          <p:nvPr/>
        </p:nvSpPr>
        <p:spPr>
          <a:xfrm>
            <a:off x="0" y="1609344"/>
            <a:ext cx="7562088" cy="73152"/>
          </a:xfrm>
          <a:prstGeom prst="rect">
            <a:avLst/>
          </a:prstGeom>
          <a:solidFill>
            <a:srgbClr val="40E0D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0" name="Shape 98"/>
          <p:cNvSpPr/>
          <p:nvPr/>
        </p:nvSpPr>
        <p:spPr>
          <a:xfrm>
            <a:off x="0" y="6217920"/>
            <a:ext cx="7562088" cy="4471416"/>
          </a:xfrm>
          <a:prstGeom prst="rect">
            <a:avLst/>
          </a:prstGeom>
          <a:solidFill>
            <a:srgbClr val="0A0000">
              <a:alpha val="7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03" name="Image 1" descr="images/people/1000019031-removebg-preview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032468"/>
            <a:ext cx="3904488" cy="5202978"/>
          </a:xfrm>
          <a:prstGeom prst="rect">
            <a:avLst/>
          </a:prstGeom>
        </p:spPr>
      </p:pic>
      <p:pic>
        <p:nvPicPr>
          <p:cNvPr id="101" name="Image 0" descr="images/hotdog/file_00000000c784720b9c0f29ba4f8b28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4320" y="2453640"/>
            <a:ext cx="5669280" cy="3779520"/>
          </a:xfrm>
          <a:prstGeom prst="rect">
            <a:avLst/>
          </a:prstGeom>
        </p:spPr>
      </p:pic>
      <p:sp>
        <p:nvSpPr>
          <p:cNvPr id="102" name="Text 99"/>
          <p:cNvSpPr/>
          <p:nvPr/>
        </p:nvSpPr>
        <p:spPr>
          <a:xfrm>
            <a:off x="91440" y="2834640"/>
            <a:ext cx="4114800" cy="1463040"/>
          </a:xfrm>
          <a:prstGeom prst="rect">
            <a:avLst/>
          </a:prstGeom>
          <a:noFill/>
          <a:ln/>
          <a:effectLst>
            <a:outerShdw blurRad="76200" dist="50800" dir="2700000" algn="bl" rotWithShape="0">
              <a:srgbClr val="D42B2B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¥200</a:t>
            </a:r>
            <a:endParaRPr lang="en-US" sz="10000" dirty="0"/>
          </a:p>
        </p:txBody>
      </p:sp>
      <p:sp>
        <p:nvSpPr>
          <p:cNvPr id="104" name="Text 100"/>
          <p:cNvSpPr/>
          <p:nvPr/>
        </p:nvSpPr>
        <p:spPr>
          <a:xfrm>
            <a:off x="182880" y="256032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おいしいホットドック屋さん</a:t>
            </a:r>
            <a:endParaRPr lang="en-US" sz="2400" dirty="0"/>
          </a:p>
        </p:txBody>
      </p:sp>
      <p:sp>
        <p:nvSpPr>
          <p:cNvPr id="105" name="Text 101"/>
          <p:cNvSpPr/>
          <p:nvPr/>
        </p:nvSpPr>
        <p:spPr>
          <a:xfrm>
            <a:off x="182879" y="1719072"/>
            <a:ext cx="4322213" cy="512064"/>
          </a:xfrm>
          <a:prstGeom prst="rect">
            <a:avLst/>
          </a:prstGeom>
          <a:noFill/>
          <a:ln/>
          <a:effectLst>
            <a:outerShdw blurRad="63500" dist="25400" dir="27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外はぱりっ、中はジューシー。</a:t>
            </a:r>
            <a:endParaRPr lang="en-US" sz="2200" dirty="0"/>
          </a:p>
        </p:txBody>
      </p:sp>
      <p:sp>
        <p:nvSpPr>
          <p:cNvPr id="106" name="Shape 102"/>
          <p:cNvSpPr/>
          <p:nvPr/>
        </p:nvSpPr>
        <p:spPr>
          <a:xfrm>
            <a:off x="4027876" y="1517904"/>
            <a:ext cx="1783080" cy="1783080"/>
          </a:xfrm>
          <a:prstGeom prst="ellipse">
            <a:avLst/>
          </a:prstGeom>
          <a:solidFill>
            <a:srgbClr val="40E0D0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7" name="Text 103"/>
          <p:cNvSpPr/>
          <p:nvPr/>
        </p:nvSpPr>
        <p:spPr>
          <a:xfrm>
            <a:off x="4034622" y="174182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★ USA ★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HOT DOG</a:t>
            </a:r>
            <a:endParaRPr lang="en-US" sz="3200" dirty="0"/>
          </a:p>
        </p:txBody>
      </p:sp>
      <p:sp>
        <p:nvSpPr>
          <p:cNvPr id="108" name="Text 104"/>
          <p:cNvSpPr/>
          <p:nvPr/>
        </p:nvSpPr>
        <p:spPr>
          <a:xfrm>
            <a:off x="228600" y="6291072"/>
            <a:ext cx="7040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0E0D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TOPPINGS — ALL FREE</a:t>
            </a:r>
            <a:endParaRPr lang="en-US" sz="2700" dirty="0"/>
          </a:p>
        </p:txBody>
      </p:sp>
      <p:sp>
        <p:nvSpPr>
          <p:cNvPr id="109" name="Shape 105"/>
          <p:cNvSpPr/>
          <p:nvPr/>
        </p:nvSpPr>
        <p:spPr>
          <a:xfrm>
            <a:off x="228600" y="6839712"/>
            <a:ext cx="7040880" cy="0"/>
          </a:xfrm>
          <a:prstGeom prst="line">
            <a:avLst/>
          </a:prstGeom>
          <a:noFill/>
          <a:ln w="19050">
            <a:solidFill>
              <a:srgbClr val="40E0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0" name="Text 106"/>
          <p:cNvSpPr/>
          <p:nvPr/>
        </p:nvSpPr>
        <p:spPr>
          <a:xfrm>
            <a:off x="228600" y="6894576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ケチャップ</a:t>
            </a:r>
            <a:endParaRPr lang="en-US" sz="4000" dirty="0"/>
          </a:p>
        </p:txBody>
      </p:sp>
      <p:sp>
        <p:nvSpPr>
          <p:cNvPr id="111" name="Shape 107"/>
          <p:cNvSpPr/>
          <p:nvPr/>
        </p:nvSpPr>
        <p:spPr>
          <a:xfrm>
            <a:off x="228600" y="7690104"/>
            <a:ext cx="7040880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2" name="Text 108"/>
          <p:cNvSpPr/>
          <p:nvPr/>
        </p:nvSpPr>
        <p:spPr>
          <a:xfrm>
            <a:off x="228600" y="7735824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マスタード</a:t>
            </a:r>
            <a:endParaRPr lang="en-US" sz="4000" dirty="0"/>
          </a:p>
        </p:txBody>
      </p:sp>
      <p:sp>
        <p:nvSpPr>
          <p:cNvPr id="113" name="Shape 109"/>
          <p:cNvSpPr/>
          <p:nvPr/>
        </p:nvSpPr>
        <p:spPr>
          <a:xfrm>
            <a:off x="228600" y="8531352"/>
            <a:ext cx="7040880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4" name="Text 110"/>
          <p:cNvSpPr/>
          <p:nvPr/>
        </p:nvSpPr>
        <p:spPr>
          <a:xfrm>
            <a:off x="228600" y="8577072"/>
            <a:ext cx="6858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マヨネーズ</a:t>
            </a:r>
            <a:endParaRPr lang="en-US" sz="4000" dirty="0"/>
          </a:p>
        </p:txBody>
      </p:sp>
      <p:sp>
        <p:nvSpPr>
          <p:cNvPr id="115" name="Shape 111"/>
          <p:cNvSpPr/>
          <p:nvPr/>
        </p:nvSpPr>
        <p:spPr>
          <a:xfrm>
            <a:off x="228600" y="9436608"/>
            <a:ext cx="7040880" cy="0"/>
          </a:xfrm>
          <a:prstGeom prst="line">
            <a:avLst/>
          </a:prstGeom>
          <a:noFill/>
          <a:ln w="19050">
            <a:solidFill>
              <a:srgbClr val="40E0D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6" name="Text 112"/>
          <p:cNvSpPr/>
          <p:nvPr/>
        </p:nvSpPr>
        <p:spPr>
          <a:xfrm>
            <a:off x="228600" y="9491472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01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10月16日（土）</a:t>
            </a:r>
            <a:endParaRPr lang="en-US" sz="3600" dirty="0"/>
          </a:p>
        </p:txBody>
      </p:sp>
      <p:sp>
        <p:nvSpPr>
          <p:cNvPr id="117" name="Text 113"/>
          <p:cNvSpPr/>
          <p:nvPr/>
        </p:nvSpPr>
        <p:spPr>
          <a:xfrm>
            <a:off x="228600" y="101498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4年S科教室</a:t>
            </a:r>
            <a:endParaRPr lang="en-US" sz="2600" dirty="0"/>
          </a:p>
        </p:txBody>
      </p:sp>
      <p:sp>
        <p:nvSpPr>
          <p:cNvPr id="118" name="Shape 114"/>
          <p:cNvSpPr/>
          <p:nvPr/>
        </p:nvSpPr>
        <p:spPr>
          <a:xfrm>
            <a:off x="5989320" y="9491472"/>
            <a:ext cx="1371600" cy="1143000"/>
          </a:xfrm>
          <a:prstGeom prst="roundRect">
            <a:avLst>
              <a:gd name="adj" fmla="val 8000"/>
            </a:avLst>
          </a:prstGeom>
          <a:solidFill>
            <a:srgbClr val="40E0D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9" name="Text 115"/>
          <p:cNvSpPr/>
          <p:nvPr/>
        </p:nvSpPr>
        <p:spPr>
          <a:xfrm>
            <a:off x="5989320" y="9546336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1A"/>
                </a:solidFill>
              </a:rPr>
              <a:t>現金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A1A1A"/>
                </a:solidFill>
              </a:rPr>
              <a:t>のみ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1E3A1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37160" y="137160"/>
            <a:ext cx="7287768" cy="10415016"/>
          </a:xfrm>
          <a:prstGeom prst="roundRect">
            <a:avLst>
              <a:gd name="adj" fmla="val 1004"/>
            </a:avLst>
          </a:prstGeom>
          <a:ln w="31750">
            <a:solidFill>
              <a:srgbClr val="FAF5E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56032" y="256032"/>
            <a:ext cx="7050024" cy="10177272"/>
          </a:xfrm>
          <a:prstGeom prst="roundRect">
            <a:avLst>
              <a:gd name="adj" fmla="val 778"/>
            </a:avLst>
          </a:prstGeom>
          <a:ln w="10160">
            <a:solidFill>
              <a:srgbClr val="C8C2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images/hotdog/file_00000000c784720b9c0f29ba4f8b28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68580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1078992"/>
            <a:ext cx="6922008" cy="5212080"/>
          </a:xfrm>
          <a:prstGeom prst="roundRect">
            <a:avLst>
              <a:gd name="adj" fmla="val 1754"/>
            </a:avLst>
          </a:prstGeom>
          <a:ln w="38100">
            <a:solidFill>
              <a:srgbClr val="FAF5E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219456" y="978408"/>
            <a:ext cx="7123176" cy="5413248"/>
          </a:xfrm>
          <a:prstGeom prst="roundRect">
            <a:avLst>
              <a:gd name="adj" fmla="val 2027"/>
            </a:avLst>
          </a:prstGeom>
          <a:ln w="12700">
            <a:solidFill>
              <a:srgbClr val="C8C2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1" descr="images/people/1000019035-removebg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28" y="0"/>
            <a:ext cx="6518864" cy="8686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28600"/>
            <a:ext cx="6400800" cy="749808"/>
          </a:xfrm>
          <a:prstGeom prst="rect">
            <a:avLst/>
          </a:prstGeom>
          <a:noFill/>
          <a:ln/>
          <a:effectLst>
            <a:outerShdw blurRad="76200" dist="25400" dir="2700000" algn="bl" rotWithShape="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FAF5E4"/>
                </a:solidFill>
              </a:rPr>
              <a:t>もちふわパンに粗びきウィンナが暴れる。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457200" y="1371600"/>
            <a:ext cx="3200400" cy="1645920"/>
          </a:xfrm>
          <a:prstGeom prst="rect">
            <a:avLst/>
          </a:prstGeom>
          <a:noFill/>
          <a:ln/>
          <a:effectLst>
            <a:outerShdw blurRad="38100" dist="50800" dir="16200000" algn="bl" rotWithShape="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5E4">
                    <a:alpha val="85000"/>
                  </a:srgbClr>
                </a:solidFill>
              </a:rPr>
              <a:t>¥200</a:t>
            </a:r>
            <a:endParaRPr lang="en-US" sz="8800" dirty="0"/>
          </a:p>
        </p:txBody>
      </p:sp>
      <p:sp>
        <p:nvSpPr>
          <p:cNvPr id="11" name="Text 7"/>
          <p:cNvSpPr/>
          <p:nvPr/>
        </p:nvSpPr>
        <p:spPr>
          <a:xfrm rot="300000">
            <a:off x="4389120" y="1051560"/>
            <a:ext cx="2926080" cy="713232"/>
          </a:xfrm>
          <a:prstGeom prst="rect">
            <a:avLst/>
          </a:prstGeom>
          <a:noFill/>
          <a:ln/>
          <a:effectLst>
            <a:outerShdw blurRad="50800" dist="50800" dir="16200000" algn="bl" rotWithShape="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9C4"/>
                </a:solidFill>
              </a:rPr>
              <a:t>ほかほか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 rot="-720000">
            <a:off x="274320" y="3840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DB36A"/>
                </a:solidFill>
              </a:rPr>
              <a:t>← コレ！★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743200" y="6291072"/>
            <a:ext cx="2286000" cy="502920"/>
          </a:xfrm>
          <a:prstGeom prst="rect">
            <a:avLst/>
          </a:prstGeom>
          <a:noFill/>
          <a:ln/>
          <a:effectLst>
            <a:outerShdw blurRad="25400" dist="50800" dir="16200000" algn="bl" rotWithShape="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AF5E4"/>
                </a:solidFill>
              </a:rPr>
              <a:t>↑ うまい！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1480" y="8796528"/>
            <a:ext cx="6739128" cy="0"/>
          </a:xfrm>
          <a:prstGeom prst="line">
            <a:avLst/>
          </a:prstGeom>
          <a:noFill/>
          <a:ln w="19050">
            <a:solidFill>
              <a:srgbClr val="FAF5E4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1"/>
          <p:cNvSpPr/>
          <p:nvPr/>
        </p:nvSpPr>
        <p:spPr>
          <a:xfrm>
            <a:off x="457200" y="8869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AF5E4">
                    <a:alpha val="85000"/>
                  </a:srgbClr>
                </a:solidFill>
              </a:rPr>
              <a:t>10.16</a:t>
            </a:r>
            <a:endParaRPr lang="en-US" sz="5600" dirty="0"/>
          </a:p>
        </p:txBody>
      </p:sp>
      <p:sp>
        <p:nvSpPr>
          <p:cNvPr id="16" name="Text 12"/>
          <p:cNvSpPr/>
          <p:nvPr/>
        </p:nvSpPr>
        <p:spPr>
          <a:xfrm>
            <a:off x="457200" y="886968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rgbClr val="FAF5E4"/>
                </a:solidFill>
              </a:rPr>
              <a:t>（土）　4年S科教室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457200" y="95554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8DB36A"/>
                </a:solidFill>
              </a:rPr>
              <a:t>現金のみ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411480" y="10131552"/>
            <a:ext cx="6739128" cy="0"/>
          </a:xfrm>
          <a:prstGeom prst="line">
            <a:avLst/>
          </a:prstGeom>
          <a:noFill/>
          <a:ln w="12700">
            <a:solidFill>
              <a:srgbClr val="C8C2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5"/>
          <p:cNvSpPr/>
          <p:nvPr/>
        </p:nvSpPr>
        <p:spPr>
          <a:xfrm>
            <a:off x="457200" y="10195560"/>
            <a:ext cx="6675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AF5E4"/>
                </a:solidFill>
              </a:rPr>
              <a:t>ケチャップ　マスタード　マヨネーズ　全部 FREE！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0A001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256032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512064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0" y="768096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0" y="1024128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0" y="1280160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0" y="1536192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0" y="1792224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2048256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2304288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0" y="2560320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0" y="2816352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0" y="3072384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0" y="3328416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0" y="3584448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0" y="3840480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0" y="4096512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0" y="4352544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0" y="4608576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0" y="4864608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0" y="5120640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0" y="5376672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0" y="5632704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0" y="5888736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0" y="6144768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0" y="6400800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0" y="6656832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0" y="6912864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0" y="7168896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0" y="7424928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0" y="7680960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0" y="7936992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0" y="8193024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0" y="8449056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0" y="8705088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0" y="8961120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0" y="9217152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0" y="9473184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0" y="9729216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0" y="9985248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0" y="10241280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0" y="10497312"/>
            <a:ext cx="7562088" cy="0"/>
          </a:xfrm>
          <a:prstGeom prst="line">
            <a:avLst/>
          </a:prstGeom>
          <a:noFill/>
          <a:ln w="3810">
            <a:solidFill>
              <a:srgbClr val="B026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0" y="5669280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0" y="6400800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0" y="7040880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0" y="7635240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36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0" y="8138160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0" y="8549640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0" y="8887968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54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0" y="9189720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0" y="9436608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66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0" y="9646920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3"/>
          <p:cNvSpPr/>
          <p:nvPr/>
        </p:nvSpPr>
        <p:spPr>
          <a:xfrm>
            <a:off x="0" y="9820656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78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0" y="9966960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84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55"/>
          <p:cNvSpPr/>
          <p:nvPr/>
        </p:nvSpPr>
        <p:spPr>
          <a:xfrm>
            <a:off x="0" y="10094976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56"/>
          <p:cNvSpPr/>
          <p:nvPr/>
        </p:nvSpPr>
        <p:spPr>
          <a:xfrm>
            <a:off x="0" y="10204704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7"/>
          <p:cNvSpPr/>
          <p:nvPr/>
        </p:nvSpPr>
        <p:spPr>
          <a:xfrm>
            <a:off x="0" y="10305288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Shape 58"/>
          <p:cNvSpPr/>
          <p:nvPr/>
        </p:nvSpPr>
        <p:spPr>
          <a:xfrm>
            <a:off x="0" y="10396728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97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Shape 59"/>
          <p:cNvSpPr/>
          <p:nvPr/>
        </p:nvSpPr>
        <p:spPr>
          <a:xfrm>
            <a:off x="0" y="10479024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98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60"/>
          <p:cNvSpPr/>
          <p:nvPr/>
        </p:nvSpPr>
        <p:spPr>
          <a:xfrm>
            <a:off x="0" y="10561320"/>
            <a:ext cx="7562088" cy="0"/>
          </a:xfrm>
          <a:prstGeom prst="line">
            <a:avLst/>
          </a:prstGeom>
          <a:noFill/>
          <a:ln w="7620">
            <a:solidFill>
              <a:srgbClr val="00F5FF">
                <a:alpha val="99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61"/>
          <p:cNvSpPr/>
          <p:nvPr/>
        </p:nvSpPr>
        <p:spPr>
          <a:xfrm>
            <a:off x="1133856" y="5669280"/>
            <a:ext cx="0" cy="5020056"/>
          </a:xfrm>
          <a:prstGeom prst="line">
            <a:avLst/>
          </a:prstGeom>
          <a:noFill/>
          <a:ln w="5080">
            <a:solidFill>
              <a:srgbClr val="B026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/>
          <p:cNvSpPr/>
          <p:nvPr/>
        </p:nvSpPr>
        <p:spPr>
          <a:xfrm>
            <a:off x="2267712" y="5669280"/>
            <a:ext cx="0" cy="5020056"/>
          </a:xfrm>
          <a:prstGeom prst="line">
            <a:avLst/>
          </a:prstGeom>
          <a:noFill/>
          <a:ln w="5080">
            <a:solidFill>
              <a:srgbClr val="B026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Shape 63"/>
          <p:cNvSpPr/>
          <p:nvPr/>
        </p:nvSpPr>
        <p:spPr>
          <a:xfrm>
            <a:off x="3781044" y="5669280"/>
            <a:ext cx="0" cy="5020056"/>
          </a:xfrm>
          <a:prstGeom prst="line">
            <a:avLst/>
          </a:prstGeom>
          <a:noFill/>
          <a:ln w="5080">
            <a:solidFill>
              <a:srgbClr val="B026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Shape 64"/>
          <p:cNvSpPr/>
          <p:nvPr/>
        </p:nvSpPr>
        <p:spPr>
          <a:xfrm>
            <a:off x="5294376" y="5669280"/>
            <a:ext cx="0" cy="5020056"/>
          </a:xfrm>
          <a:prstGeom prst="line">
            <a:avLst/>
          </a:prstGeom>
          <a:noFill/>
          <a:ln w="5080">
            <a:solidFill>
              <a:srgbClr val="B026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Shape 65"/>
          <p:cNvSpPr/>
          <p:nvPr/>
        </p:nvSpPr>
        <p:spPr>
          <a:xfrm>
            <a:off x="6428232" y="5669280"/>
            <a:ext cx="0" cy="5020056"/>
          </a:xfrm>
          <a:prstGeom prst="line">
            <a:avLst/>
          </a:prstGeom>
          <a:noFill/>
          <a:ln w="5080">
            <a:solidFill>
              <a:srgbClr val="B026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Text 66"/>
          <p:cNvSpPr/>
          <p:nvPr/>
        </p:nvSpPr>
        <p:spPr>
          <a:xfrm rot="-480000">
            <a:off x="-914400" y="32004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2D78">
                    <a:alpha val="22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HOT DOG</a:t>
            </a:r>
            <a:endParaRPr lang="en-US" sz="10000" dirty="0"/>
          </a:p>
        </p:txBody>
      </p:sp>
      <p:sp>
        <p:nvSpPr>
          <p:cNvPr id="69" name="Text 67"/>
          <p:cNvSpPr/>
          <p:nvPr/>
        </p:nvSpPr>
        <p:spPr>
          <a:xfrm rot="-180000">
            <a:off x="-182880" y="45720"/>
            <a:ext cx="5029200" cy="1188720"/>
          </a:xfrm>
          <a:prstGeom prst="rect">
            <a:avLst/>
          </a:prstGeom>
          <a:noFill/>
          <a:ln/>
          <a:effectLst>
            <a:outerShdw blurRad="330200" dist="50800" dir="16200000" algn="bl" rotWithShape="0">
              <a:srgbClr val="FF2D78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2D78"/>
                </a:solidFill>
              </a:rPr>
              <a:t>じゅわっ</a:t>
            </a:r>
            <a:endParaRPr lang="en-US" sz="7200" dirty="0"/>
          </a:p>
        </p:txBody>
      </p:sp>
      <p:sp>
        <p:nvSpPr>
          <p:cNvPr id="70" name="Text 68"/>
          <p:cNvSpPr/>
          <p:nvPr/>
        </p:nvSpPr>
        <p:spPr>
          <a:xfrm rot="480000">
            <a:off x="3474720" y="502920"/>
            <a:ext cx="4297680" cy="1051560"/>
          </a:xfrm>
          <a:prstGeom prst="rect">
            <a:avLst/>
          </a:prstGeom>
          <a:noFill/>
          <a:ln/>
          <a:effectLst>
            <a:outerShdw blurRad="304800" dist="50800" dir="16200000" algn="bl" rotWithShape="0">
              <a:srgbClr val="00F5FF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00F5FF"/>
                </a:solidFill>
              </a:rPr>
              <a:t>ぱりっ</a:t>
            </a:r>
            <a:endParaRPr lang="en-US" sz="5800" dirty="0"/>
          </a:p>
        </p:txBody>
      </p:sp>
      <p:sp>
        <p:nvSpPr>
          <p:cNvPr id="71" name="Text 69"/>
          <p:cNvSpPr/>
          <p:nvPr/>
        </p:nvSpPr>
        <p:spPr>
          <a:xfrm rot="-300000">
            <a:off x="1030834" y="879048"/>
            <a:ext cx="6217920" cy="868680"/>
          </a:xfrm>
          <a:prstGeom prst="rect">
            <a:avLst/>
          </a:prstGeom>
          <a:noFill/>
          <a:ln/>
          <a:effectLst>
            <a:outerShdw blurRad="254000" dist="50800" dir="16200000" algn="bl" rotWithShape="0">
              <a:srgbClr val="CCFF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CFF00"/>
                </a:solidFill>
              </a:rPr>
              <a:t>ジューシー</a:t>
            </a:r>
            <a:endParaRPr lang="en-US" sz="4600" dirty="0"/>
          </a:p>
        </p:txBody>
      </p:sp>
      <p:pic>
        <p:nvPicPr>
          <p:cNvPr id="72" name="Image 0" descr="images/hotdog/file_00000000c784720b9c0f29ba4f8b28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21" y="1672775"/>
            <a:ext cx="3013526" cy="2009017"/>
          </a:xfrm>
          <a:prstGeom prst="rect">
            <a:avLst/>
          </a:prstGeom>
          <a:effectLst>
            <a:outerShdw blurRad="304800" dist="50800" dir="16200000" algn="bl" rotWithShape="0">
              <a:srgbClr val="00F5FF">
                <a:alpha val="75000"/>
              </a:srgbClr>
            </a:outerShdw>
          </a:effectLst>
        </p:spPr>
      </p:pic>
      <p:pic>
        <p:nvPicPr>
          <p:cNvPr id="73" name="Image 1" descr="images/people/1000019038-removebg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533" y="1540492"/>
            <a:ext cx="6096533" cy="8124018"/>
          </a:xfrm>
          <a:prstGeom prst="rect">
            <a:avLst/>
          </a:prstGeom>
          <a:effectLst>
            <a:outerShdw blurRad="355600" dist="50800" dir="16200000" algn="bl" rotWithShape="0">
              <a:srgbClr val="FF2D78">
                <a:alpha val="75000"/>
              </a:srgbClr>
            </a:outerShdw>
          </a:effectLst>
        </p:spPr>
      </p:pic>
      <p:sp>
        <p:nvSpPr>
          <p:cNvPr id="74" name="Text 70"/>
          <p:cNvSpPr/>
          <p:nvPr/>
        </p:nvSpPr>
        <p:spPr>
          <a:xfrm>
            <a:off x="91440" y="3474720"/>
            <a:ext cx="4572000" cy="1554480"/>
          </a:xfrm>
          <a:prstGeom prst="rect">
            <a:avLst/>
          </a:prstGeom>
          <a:noFill/>
          <a:ln/>
          <a:effectLst>
            <a:outerShdw blurRad="330200" dist="50800" dir="16200000" algn="bl" rotWithShape="0">
              <a:srgbClr val="FF2D78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¥200</a:t>
            </a:r>
            <a:endParaRPr lang="en-US" sz="10000" dirty="0"/>
          </a:p>
        </p:txBody>
      </p:sp>
      <p:sp>
        <p:nvSpPr>
          <p:cNvPr id="75" name="Text 71"/>
          <p:cNvSpPr/>
          <p:nvPr/>
        </p:nvSpPr>
        <p:spPr>
          <a:xfrm>
            <a:off x="182880" y="5166360"/>
            <a:ext cx="5029200" cy="502920"/>
          </a:xfrm>
          <a:prstGeom prst="rect">
            <a:avLst/>
          </a:prstGeom>
          <a:noFill/>
          <a:ln/>
          <a:effectLst>
            <a:outerShdw blurRad="127000" dist="50800" dir="16200000" algn="bl" rotWithShape="0">
              <a:srgbClr val="00F5FF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F5FF"/>
                </a:solidFill>
              </a:rPr>
              <a:t>おいしいホットドック屋さん</a:t>
            </a:r>
            <a:endParaRPr lang="en-US" sz="1600" dirty="0"/>
          </a:p>
        </p:txBody>
      </p:sp>
      <p:sp>
        <p:nvSpPr>
          <p:cNvPr id="76" name="Text 72"/>
          <p:cNvSpPr/>
          <p:nvPr/>
        </p:nvSpPr>
        <p:spPr>
          <a:xfrm>
            <a:off x="182880" y="5760720"/>
            <a:ext cx="5486400" cy="548640"/>
          </a:xfrm>
          <a:prstGeom prst="rect">
            <a:avLst/>
          </a:prstGeom>
          <a:noFill/>
          <a:ln/>
          <a:effectLst>
            <a:outerShdw blurRad="101600" dist="50800" dir="16200000" algn="bl" rotWithShape="0">
              <a:srgbClr val="FF2D78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かじった瞬間、じゅわっとあふれる。</a:t>
            </a:r>
            <a:endParaRPr lang="en-US" sz="1900" dirty="0"/>
          </a:p>
        </p:txBody>
      </p:sp>
      <p:sp>
        <p:nvSpPr>
          <p:cNvPr id="77" name="Text 73"/>
          <p:cNvSpPr/>
          <p:nvPr/>
        </p:nvSpPr>
        <p:spPr>
          <a:xfrm>
            <a:off x="91440" y="6446520"/>
            <a:ext cx="2377440" cy="594360"/>
          </a:xfrm>
          <a:prstGeom prst="rect">
            <a:avLst/>
          </a:prstGeom>
          <a:noFill/>
          <a:ln/>
          <a:effectLst>
            <a:outerShdw blurRad="177800" dist="50800" dir="16200000" algn="bl" rotWithShape="0">
              <a:srgbClr val="00F5FF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ケチャップ</a:t>
            </a:r>
            <a:endParaRPr lang="en-US" sz="2600" dirty="0"/>
          </a:p>
        </p:txBody>
      </p:sp>
      <p:sp>
        <p:nvSpPr>
          <p:cNvPr id="78" name="Text 74"/>
          <p:cNvSpPr/>
          <p:nvPr/>
        </p:nvSpPr>
        <p:spPr>
          <a:xfrm>
            <a:off x="2542032" y="6446520"/>
            <a:ext cx="2377440" cy="594360"/>
          </a:xfrm>
          <a:prstGeom prst="rect">
            <a:avLst/>
          </a:prstGeom>
          <a:noFill/>
          <a:ln/>
          <a:effectLst>
            <a:outerShdw blurRad="177800" dist="50800" dir="16200000" algn="bl" rotWithShape="0">
              <a:srgbClr val="00F5FF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マスタード</a:t>
            </a:r>
            <a:endParaRPr lang="en-US" sz="2600" dirty="0"/>
          </a:p>
        </p:txBody>
      </p:sp>
      <p:sp>
        <p:nvSpPr>
          <p:cNvPr id="79" name="Text 75"/>
          <p:cNvSpPr/>
          <p:nvPr/>
        </p:nvSpPr>
        <p:spPr>
          <a:xfrm>
            <a:off x="4992624" y="6446520"/>
            <a:ext cx="2377440" cy="594360"/>
          </a:xfrm>
          <a:prstGeom prst="rect">
            <a:avLst/>
          </a:prstGeom>
          <a:noFill/>
          <a:ln/>
          <a:effectLst>
            <a:outerShdw blurRad="177800" dist="50800" dir="16200000" algn="bl" rotWithShape="0">
              <a:srgbClr val="00F5FF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マヨネーズ</a:t>
            </a:r>
            <a:endParaRPr lang="en-US" sz="2600" dirty="0"/>
          </a:p>
        </p:txBody>
      </p:sp>
      <p:sp>
        <p:nvSpPr>
          <p:cNvPr id="80" name="Text 76"/>
          <p:cNvSpPr/>
          <p:nvPr/>
        </p:nvSpPr>
        <p:spPr>
          <a:xfrm>
            <a:off x="228600" y="7059168"/>
            <a:ext cx="7104888" cy="804672"/>
          </a:xfrm>
          <a:prstGeom prst="rect">
            <a:avLst/>
          </a:prstGeom>
          <a:noFill/>
          <a:ln/>
          <a:effectLst>
            <a:outerShdw blurRad="254000" dist="50800" dir="16200000" algn="bl" rotWithShape="0">
              <a:srgbClr val="CCFF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CFF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▶  ALL FREE  ◀</a:t>
            </a:r>
            <a:endParaRPr lang="en-US" sz="4000" dirty="0"/>
          </a:p>
        </p:txBody>
      </p:sp>
      <p:sp>
        <p:nvSpPr>
          <p:cNvPr id="81" name="Text 77"/>
          <p:cNvSpPr/>
          <p:nvPr/>
        </p:nvSpPr>
        <p:spPr>
          <a:xfrm>
            <a:off x="228600" y="7955280"/>
            <a:ext cx="7104888" cy="822960"/>
          </a:xfrm>
          <a:prstGeom prst="rect">
            <a:avLst/>
          </a:prstGeom>
          <a:noFill/>
          <a:ln/>
          <a:effectLst>
            <a:outerShdw blurRad="279400" dist="50800" dir="16200000" algn="bl" rotWithShape="0">
              <a:srgbClr val="FF2D78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2D7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10月16日（土）</a:t>
            </a:r>
            <a:endParaRPr lang="en-US" sz="4400" dirty="0"/>
          </a:p>
        </p:txBody>
      </p:sp>
      <p:sp>
        <p:nvSpPr>
          <p:cNvPr id="82" name="Text 78"/>
          <p:cNvSpPr/>
          <p:nvPr/>
        </p:nvSpPr>
        <p:spPr>
          <a:xfrm>
            <a:off x="228600" y="8823960"/>
            <a:ext cx="5029200" cy="594360"/>
          </a:xfrm>
          <a:prstGeom prst="rect">
            <a:avLst/>
          </a:prstGeom>
          <a:noFill/>
          <a:ln/>
          <a:effectLst>
            <a:outerShdw blurRad="152400" dist="50800" dir="16200000" algn="bl" rotWithShape="0">
              <a:srgbClr val="00F5FF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4年S科教室</a:t>
            </a:r>
            <a:endParaRPr lang="en-US" sz="3000" dirty="0"/>
          </a:p>
        </p:txBody>
      </p:sp>
      <p:sp>
        <p:nvSpPr>
          <p:cNvPr id="83" name="Text 79"/>
          <p:cNvSpPr/>
          <p:nvPr/>
        </p:nvSpPr>
        <p:spPr>
          <a:xfrm>
            <a:off x="5394960" y="8823960"/>
            <a:ext cx="1920240" cy="594360"/>
          </a:xfrm>
          <a:prstGeom prst="rect">
            <a:avLst/>
          </a:prstGeom>
          <a:noFill/>
          <a:ln/>
          <a:effectLst>
            <a:outerShdw blurRad="127000" dist="50800" dir="16200000" algn="bl" rotWithShape="0">
              <a:srgbClr val="CCFF00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CFF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現金のみ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93</Words>
  <Application>Microsoft Office PowerPoint</Application>
  <PresentationFormat>ユーザー設定</PresentationFormat>
  <Paragraphs>39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6" baseType="lpstr">
      <vt:lpstr>Arial</vt:lpstr>
      <vt:lpstr>Impact</vt:lpstr>
      <vt:lpstr>Office Theme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S23_武藤甲_旭川</cp:lastModifiedBy>
  <cp:revision>2</cp:revision>
  <dcterms:created xsi:type="dcterms:W3CDTF">2026-06-29T02:16:55Z</dcterms:created>
  <dcterms:modified xsi:type="dcterms:W3CDTF">2026-06-29T02:24:24Z</dcterms:modified>
</cp:coreProperties>
</file>